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5"/>
  </p:notesMasterIdLst>
  <p:sldIdLst>
    <p:sldId id="26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480" r:id="rId18"/>
    <p:sldId id="482" r:id="rId19"/>
    <p:sldId id="481" r:id="rId20"/>
    <p:sldId id="427" r:id="rId21"/>
    <p:sldId id="323" r:id="rId22"/>
    <p:sldId id="324" r:id="rId23"/>
    <p:sldId id="325" r:id="rId24"/>
    <p:sldId id="326" r:id="rId25"/>
    <p:sldId id="327" r:id="rId26"/>
    <p:sldId id="477" r:id="rId27"/>
    <p:sldId id="483" r:id="rId28"/>
    <p:sldId id="484" r:id="rId29"/>
    <p:sldId id="486" r:id="rId30"/>
    <p:sldId id="485" r:id="rId31"/>
    <p:sldId id="328" r:id="rId32"/>
    <p:sldId id="329" r:id="rId33"/>
    <p:sldId id="331" r:id="rId34"/>
    <p:sldId id="332" r:id="rId35"/>
    <p:sldId id="333" r:id="rId36"/>
    <p:sldId id="330" r:id="rId37"/>
    <p:sldId id="428" r:id="rId38"/>
    <p:sldId id="429" r:id="rId39"/>
    <p:sldId id="430" r:id="rId40"/>
    <p:sldId id="431" r:id="rId41"/>
    <p:sldId id="432" r:id="rId42"/>
    <p:sldId id="433" r:id="rId43"/>
    <p:sldId id="434" r:id="rId44"/>
    <p:sldId id="435" r:id="rId45"/>
    <p:sldId id="436" r:id="rId46"/>
    <p:sldId id="437" r:id="rId47"/>
    <p:sldId id="438" r:id="rId48"/>
    <p:sldId id="439" r:id="rId49"/>
    <p:sldId id="479" r:id="rId50"/>
    <p:sldId id="478" r:id="rId51"/>
    <p:sldId id="440" r:id="rId52"/>
    <p:sldId id="441" r:id="rId53"/>
    <p:sldId id="442" r:id="rId54"/>
    <p:sldId id="443" r:id="rId55"/>
    <p:sldId id="444" r:id="rId56"/>
    <p:sldId id="445" r:id="rId57"/>
    <p:sldId id="446" r:id="rId58"/>
    <p:sldId id="447" r:id="rId59"/>
    <p:sldId id="448" r:id="rId60"/>
    <p:sldId id="449" r:id="rId61"/>
    <p:sldId id="450" r:id="rId62"/>
    <p:sldId id="451" r:id="rId63"/>
    <p:sldId id="45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19F"/>
    <a:srgbClr val="DDF4FF"/>
    <a:srgbClr val="007CB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53" autoAdjust="0"/>
    <p:restoredTop sz="96647" autoAdjust="0"/>
  </p:normalViewPr>
  <p:slideViewPr>
    <p:cSldViewPr snapToGrid="0">
      <p:cViewPr varScale="1">
        <p:scale>
          <a:sx n="119" d="100"/>
          <a:sy n="119" d="100"/>
        </p:scale>
        <p:origin x="1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EE867-3C10-4462-9123-16981636799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E221-ED41-4B76-856A-0CC83BBAC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2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4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98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sqlite3</a:t>
            </a:r>
          </a:p>
          <a:p>
            <a:r>
              <a:rPr lang="en-US" dirty="0"/>
              <a:t>import </a:t>
            </a:r>
            <a:r>
              <a:rPr lang="en-US" dirty="0" err="1"/>
              <a:t>argparse</a:t>
            </a:r>
            <a:endParaRPr lang="en-US" dirty="0"/>
          </a:p>
          <a:p>
            <a:endParaRPr lang="en-US" dirty="0"/>
          </a:p>
          <a:p>
            <a:r>
              <a:rPr lang="en-US" dirty="0"/>
              <a:t>parser = </a:t>
            </a:r>
            <a:r>
              <a:rPr lang="en-US" dirty="0" err="1"/>
              <a:t>argparse.ArgumentParser</a:t>
            </a:r>
            <a:r>
              <a:rPr lang="en-US" dirty="0"/>
              <a:t>()</a:t>
            </a:r>
          </a:p>
          <a:p>
            <a:r>
              <a:rPr lang="en-US" dirty="0" err="1"/>
              <a:t>parser.add_argument</a:t>
            </a:r>
            <a:r>
              <a:rPr lang="en-US" dirty="0"/>
              <a:t>("--age", type=int, required=True, help="Age limit")</a:t>
            </a:r>
          </a:p>
          <a:p>
            <a:r>
              <a:rPr lang="en-US" dirty="0" err="1"/>
              <a:t>args</a:t>
            </a:r>
            <a:r>
              <a:rPr lang="en-US" dirty="0"/>
              <a:t> = </a:t>
            </a:r>
            <a:r>
              <a:rPr lang="en-US" dirty="0" err="1"/>
              <a:t>parser.parse_args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age_limit</a:t>
            </a:r>
            <a:r>
              <a:rPr lang="en-US" dirty="0"/>
              <a:t> = </a:t>
            </a:r>
            <a:r>
              <a:rPr lang="en-US" dirty="0" err="1"/>
              <a:t>args.age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conn = sqlite3.connect("</a:t>
            </a:r>
            <a:r>
              <a:rPr lang="en-US" dirty="0" err="1"/>
              <a:t>client.db</a:t>
            </a:r>
            <a:r>
              <a:rPr lang="en-US" dirty="0"/>
              <a:t>")</a:t>
            </a:r>
          </a:p>
          <a:p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cursor.execute</a:t>
            </a:r>
            <a:r>
              <a:rPr lang="en-US" dirty="0"/>
              <a:t>("SELECT * FROM customers WHERE age &gt; ?", (</a:t>
            </a:r>
            <a:r>
              <a:rPr lang="en-US" dirty="0" err="1"/>
              <a:t>age_limit</a:t>
            </a:r>
            <a:r>
              <a:rPr lang="en-US" dirty="0"/>
              <a:t>,))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f"Records</a:t>
            </a:r>
            <a:r>
              <a:rPr lang="en-US" dirty="0"/>
              <a:t> with age &gt; {</a:t>
            </a:r>
            <a:r>
              <a:rPr lang="en-US" dirty="0" err="1"/>
              <a:t>age_limit</a:t>
            </a:r>
            <a:r>
              <a:rPr lang="en-US" dirty="0"/>
              <a:t>}:")</a:t>
            </a:r>
          </a:p>
          <a:p>
            <a:r>
              <a:rPr lang="en-US" dirty="0"/>
              <a:t>for row in rows:</a:t>
            </a:r>
          </a:p>
          <a:p>
            <a:r>
              <a:rPr lang="en-US" dirty="0"/>
              <a:t>    print(row)</a:t>
            </a:r>
          </a:p>
          <a:p>
            <a:endParaRPr lang="en-US" dirty="0"/>
          </a:p>
          <a:p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2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44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72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pandas as pd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pd.read_excel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('data.xlsx',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usecols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=['Gender', 'Age'],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sheet_name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='Sheet1')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['Status'] = [10, 20, 30, 40, 50, 60, 70, 75, 78] 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df.to_excel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('data.xlsx', index=False)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print("content  successfully.")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pd.read_excel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('data.xlsx',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usecols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=['Gender', 'Age', 'Status'])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num_rows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num_cols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df.shape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f'Number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rows: {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num_rows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f'Number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columns: {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num_cols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}')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#filtered_df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['Gender'] == 'Male']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#filtered_df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['Gender'].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str.contains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r'^F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.*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e$',case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False,regex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=True)]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filtered_df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['Gender'].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str.contains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r'^F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.*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e$',case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False,regex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=True)) &amp;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['Status']&gt;70)]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filtered_df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#filtered_df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['Gender'].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str.contains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(r'\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b',case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False,regex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=True)]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94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get_user_input</a:t>
            </a:r>
            <a:r>
              <a:rPr lang="en-US" dirty="0"/>
              <a:t>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num1 = float(input("Enter first number: "))</a:t>
            </a:r>
          </a:p>
          <a:p>
            <a:r>
              <a:rPr lang="en-US" dirty="0"/>
              <a:t>        num2 = float(input("Enter second number: "))</a:t>
            </a:r>
          </a:p>
          <a:p>
            <a:r>
              <a:rPr lang="en-US" dirty="0"/>
              <a:t>        return num1, num2</a:t>
            </a:r>
          </a:p>
          <a:p>
            <a:r>
              <a:rPr lang="en-US" dirty="0"/>
              <a:t>    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r>
              <a:rPr lang="en-US" dirty="0"/>
              <a:t>        print("Invalid input! Please enter numbers only.")</a:t>
            </a:r>
          </a:p>
          <a:p>
            <a:r>
              <a:rPr lang="en-US" dirty="0"/>
              <a:t>        return None, None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calculate_sum</a:t>
            </a:r>
            <a:r>
              <a:rPr lang="en-US" dirty="0"/>
              <a:t>(a, b):</a:t>
            </a:r>
          </a:p>
          <a:p>
            <a:r>
              <a:rPr lang="en-US" dirty="0"/>
              <a:t>    return a + b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calculate_product</a:t>
            </a:r>
            <a:r>
              <a:rPr lang="en-US" dirty="0"/>
              <a:t>(a, b):</a:t>
            </a:r>
          </a:p>
          <a:p>
            <a:r>
              <a:rPr lang="en-US" dirty="0"/>
              <a:t>    return a * b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save_results</a:t>
            </a:r>
            <a:r>
              <a:rPr lang="en-US" dirty="0"/>
              <a:t>(</a:t>
            </a:r>
            <a:r>
              <a:rPr lang="en-US" dirty="0" err="1"/>
              <a:t>result_dict</a:t>
            </a:r>
            <a:r>
              <a:rPr lang="en-US" dirty="0"/>
              <a:t>, filename="results.txt"):</a:t>
            </a:r>
          </a:p>
          <a:p>
            <a:r>
              <a:rPr lang="en-US" dirty="0"/>
              <a:t>    with open(filename, "w") as file:</a:t>
            </a:r>
          </a:p>
          <a:p>
            <a:r>
              <a:rPr lang="en-US" dirty="0"/>
              <a:t>        for key, value in </a:t>
            </a:r>
            <a:r>
              <a:rPr lang="en-US" dirty="0" err="1"/>
              <a:t>result_dict.items</a:t>
            </a:r>
            <a:r>
              <a:rPr lang="en-US" dirty="0"/>
              <a:t>():</a:t>
            </a:r>
          </a:p>
          <a:p>
            <a:r>
              <a:rPr lang="en-US" dirty="0"/>
              <a:t>            </a:t>
            </a:r>
            <a:r>
              <a:rPr lang="en-US" dirty="0" err="1"/>
              <a:t>file.write</a:t>
            </a:r>
            <a:r>
              <a:rPr lang="en-US" dirty="0"/>
              <a:t>(f"{key}: {value}\n")</a:t>
            </a:r>
          </a:p>
          <a:p>
            <a:r>
              <a:rPr lang="en-US" dirty="0"/>
              <a:t>    print(</a:t>
            </a:r>
            <a:r>
              <a:rPr lang="en-US" dirty="0" err="1"/>
              <a:t>f"Results</a:t>
            </a:r>
            <a:r>
              <a:rPr lang="en-US" dirty="0"/>
              <a:t> saved to {filename}")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run_workflow</a:t>
            </a:r>
            <a:r>
              <a:rPr lang="en-US" dirty="0"/>
              <a:t>():</a:t>
            </a:r>
          </a:p>
          <a:p>
            <a:r>
              <a:rPr lang="en-US" dirty="0"/>
              <a:t>    a, b = </a:t>
            </a:r>
            <a:r>
              <a:rPr lang="en-US" dirty="0" err="1"/>
              <a:t>get_user_input</a:t>
            </a:r>
            <a:r>
              <a:rPr lang="en-US" dirty="0"/>
              <a:t>()</a:t>
            </a:r>
          </a:p>
          <a:p>
            <a:r>
              <a:rPr lang="en-US" dirty="0"/>
              <a:t>    if a is None or b is None:</a:t>
            </a:r>
          </a:p>
          <a:p>
            <a:r>
              <a:rPr lang="en-US" dirty="0"/>
              <a:t>        return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sum_result</a:t>
            </a:r>
            <a:r>
              <a:rPr lang="en-US" dirty="0"/>
              <a:t> = </a:t>
            </a:r>
            <a:r>
              <a:rPr lang="en-US" dirty="0" err="1"/>
              <a:t>calculate_sum</a:t>
            </a:r>
            <a:r>
              <a:rPr lang="en-US" dirty="0"/>
              <a:t>(a, b)</a:t>
            </a:r>
          </a:p>
          <a:p>
            <a:r>
              <a:rPr lang="en-US" dirty="0"/>
              <a:t>    </a:t>
            </a:r>
            <a:r>
              <a:rPr lang="en-US" dirty="0" err="1"/>
              <a:t>product_result</a:t>
            </a:r>
            <a:r>
              <a:rPr lang="en-US" dirty="0"/>
              <a:t> = </a:t>
            </a:r>
            <a:r>
              <a:rPr lang="en-US" dirty="0" err="1"/>
              <a:t>calculate_product</a:t>
            </a:r>
            <a:r>
              <a:rPr lang="en-US" dirty="0"/>
              <a:t>(a, b)</a:t>
            </a:r>
          </a:p>
          <a:p>
            <a:endParaRPr lang="en-US" dirty="0"/>
          </a:p>
          <a:p>
            <a:r>
              <a:rPr lang="en-US" dirty="0"/>
              <a:t>    results = {</a:t>
            </a:r>
          </a:p>
          <a:p>
            <a:r>
              <a:rPr lang="en-US" dirty="0"/>
              <a:t>        "Sum": </a:t>
            </a:r>
            <a:r>
              <a:rPr lang="en-US" dirty="0" err="1"/>
              <a:t>sum_result</a:t>
            </a:r>
            <a:r>
              <a:rPr lang="en-US" dirty="0"/>
              <a:t>,</a:t>
            </a:r>
          </a:p>
          <a:p>
            <a:r>
              <a:rPr lang="en-US" dirty="0"/>
              <a:t>        "Product": </a:t>
            </a:r>
            <a:r>
              <a:rPr lang="en-US" dirty="0" err="1"/>
              <a:t>product_result</a:t>
            </a:r>
            <a:endParaRPr lang="en-US" dirty="0"/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print("Computed Results:", results)</a:t>
            </a:r>
          </a:p>
          <a:p>
            <a:r>
              <a:rPr lang="en-US" dirty="0"/>
              <a:t>    </a:t>
            </a:r>
            <a:r>
              <a:rPr lang="en-US" dirty="0" err="1"/>
              <a:t>save_results</a:t>
            </a:r>
            <a:r>
              <a:rPr lang="en-US" dirty="0"/>
              <a:t>(results)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</a:t>
            </a:r>
            <a:r>
              <a:rPr lang="en-US" dirty="0" err="1"/>
              <a:t>run_workflow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7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</a:t>
            </a:r>
            <a:r>
              <a:rPr lang="en-US" b="1" dirty="0"/>
              <a:t>🔹 input_ops.py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get_user_input</a:t>
            </a:r>
            <a:r>
              <a:rPr lang="en-US" dirty="0"/>
              <a:t>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num1 = float(input("Enter first number: "))</a:t>
            </a:r>
          </a:p>
          <a:p>
            <a:r>
              <a:rPr lang="en-US" dirty="0"/>
              <a:t>        num2 = float(input("Enter second number: "))</a:t>
            </a:r>
          </a:p>
          <a:p>
            <a:r>
              <a:rPr lang="en-US" dirty="0"/>
              <a:t>        return num1, num2</a:t>
            </a:r>
          </a:p>
          <a:p>
            <a:r>
              <a:rPr lang="en-US" dirty="0"/>
              <a:t>    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r>
              <a:rPr lang="en-US" dirty="0"/>
              <a:t>        print("Invalid input! Please enter numbers only.")</a:t>
            </a:r>
          </a:p>
          <a:p>
            <a:r>
              <a:rPr lang="en-US" dirty="0"/>
              <a:t>        return None, None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</a:t>
            </a:r>
            <a:r>
              <a:rPr lang="en-US" b="1" dirty="0"/>
              <a:t>🔹 math_ops.py</a:t>
            </a:r>
          </a:p>
          <a:p>
            <a:r>
              <a:rPr lang="en-US" dirty="0"/>
              <a:t>def </a:t>
            </a:r>
            <a:r>
              <a:rPr lang="en-US" dirty="0" err="1"/>
              <a:t>calculate_sum</a:t>
            </a:r>
            <a:r>
              <a:rPr lang="en-US" dirty="0"/>
              <a:t>(a, b):</a:t>
            </a:r>
          </a:p>
          <a:p>
            <a:r>
              <a:rPr lang="en-US" dirty="0"/>
              <a:t>    return a + b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calculate_product</a:t>
            </a:r>
            <a:r>
              <a:rPr lang="en-US" dirty="0"/>
              <a:t>(a, b):</a:t>
            </a:r>
          </a:p>
          <a:p>
            <a:r>
              <a:rPr lang="en-US" dirty="0"/>
              <a:t>    return a * b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</a:t>
            </a:r>
            <a:r>
              <a:rPr lang="en-US" b="1" dirty="0"/>
              <a:t>🔹 file_ops.py</a:t>
            </a:r>
          </a:p>
          <a:p>
            <a:r>
              <a:rPr lang="en-US" dirty="0"/>
              <a:t>def </a:t>
            </a:r>
            <a:r>
              <a:rPr lang="en-US" dirty="0" err="1"/>
              <a:t>save_results</a:t>
            </a:r>
            <a:r>
              <a:rPr lang="en-US" dirty="0"/>
              <a:t>(</a:t>
            </a:r>
            <a:r>
              <a:rPr lang="en-US" dirty="0" err="1"/>
              <a:t>result_dict</a:t>
            </a:r>
            <a:r>
              <a:rPr lang="en-US" dirty="0"/>
              <a:t>, filename="results.txt"):</a:t>
            </a:r>
          </a:p>
          <a:p>
            <a:r>
              <a:rPr lang="en-US" dirty="0"/>
              <a:t>    with open(filename, "w") as file:</a:t>
            </a:r>
          </a:p>
          <a:p>
            <a:r>
              <a:rPr lang="en-US" dirty="0"/>
              <a:t>        for key, value in </a:t>
            </a:r>
            <a:r>
              <a:rPr lang="en-US" dirty="0" err="1"/>
              <a:t>result_dict.items</a:t>
            </a:r>
            <a:r>
              <a:rPr lang="en-US" dirty="0"/>
              <a:t>():</a:t>
            </a:r>
          </a:p>
          <a:p>
            <a:r>
              <a:rPr lang="en-US" dirty="0"/>
              <a:t>            </a:t>
            </a:r>
            <a:r>
              <a:rPr lang="en-US" dirty="0" err="1"/>
              <a:t>file.write</a:t>
            </a:r>
            <a:r>
              <a:rPr lang="en-US" dirty="0"/>
              <a:t>(f"{key}: {value}\n")</a:t>
            </a:r>
          </a:p>
          <a:p>
            <a:r>
              <a:rPr lang="en-US" dirty="0"/>
              <a:t>    print(</a:t>
            </a:r>
            <a:r>
              <a:rPr lang="en-US" dirty="0" err="1"/>
              <a:t>f"Results</a:t>
            </a:r>
            <a:r>
              <a:rPr lang="en-US" dirty="0"/>
              <a:t> saved to {filename}")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#🔹 workflow.py (MAIN FILE)</a:t>
            </a:r>
          </a:p>
          <a:p>
            <a:r>
              <a:rPr lang="en-US" dirty="0"/>
              <a:t>from </a:t>
            </a:r>
            <a:r>
              <a:rPr lang="en-US" dirty="0" err="1"/>
              <a:t>input_ops</a:t>
            </a:r>
            <a:r>
              <a:rPr lang="en-US" dirty="0"/>
              <a:t> import </a:t>
            </a:r>
            <a:r>
              <a:rPr lang="en-US" dirty="0" err="1"/>
              <a:t>get_user_input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math_ops</a:t>
            </a:r>
            <a:r>
              <a:rPr lang="en-US" dirty="0"/>
              <a:t> import </a:t>
            </a:r>
            <a:r>
              <a:rPr lang="en-US" dirty="0" err="1"/>
              <a:t>calculate_sum</a:t>
            </a:r>
            <a:r>
              <a:rPr lang="en-US" dirty="0"/>
              <a:t>, </a:t>
            </a:r>
            <a:r>
              <a:rPr lang="en-US" dirty="0" err="1"/>
              <a:t>calculate_product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file_ops</a:t>
            </a:r>
            <a:r>
              <a:rPr lang="en-US" dirty="0"/>
              <a:t> import </a:t>
            </a:r>
            <a:r>
              <a:rPr lang="en-US" dirty="0" err="1"/>
              <a:t>save_results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run_workflow</a:t>
            </a:r>
            <a:r>
              <a:rPr lang="en-US" dirty="0"/>
              <a:t>():</a:t>
            </a:r>
          </a:p>
          <a:p>
            <a:r>
              <a:rPr lang="en-US" dirty="0"/>
              <a:t>    a, b = </a:t>
            </a:r>
            <a:r>
              <a:rPr lang="en-US" dirty="0" err="1"/>
              <a:t>get_user_input</a:t>
            </a:r>
            <a:r>
              <a:rPr lang="en-US" dirty="0"/>
              <a:t>()</a:t>
            </a:r>
          </a:p>
          <a:p>
            <a:r>
              <a:rPr lang="en-US" dirty="0"/>
              <a:t>    if a is None or b is None:</a:t>
            </a:r>
          </a:p>
          <a:p>
            <a:r>
              <a:rPr lang="en-US" dirty="0"/>
              <a:t>        return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sum_result</a:t>
            </a:r>
            <a:r>
              <a:rPr lang="en-US" dirty="0"/>
              <a:t> = </a:t>
            </a:r>
            <a:r>
              <a:rPr lang="en-US" dirty="0" err="1"/>
              <a:t>calculate_sum</a:t>
            </a:r>
            <a:r>
              <a:rPr lang="en-US" dirty="0"/>
              <a:t>(a, b)</a:t>
            </a:r>
          </a:p>
          <a:p>
            <a:r>
              <a:rPr lang="en-US" dirty="0"/>
              <a:t>    </a:t>
            </a:r>
            <a:r>
              <a:rPr lang="en-US" dirty="0" err="1"/>
              <a:t>product_result</a:t>
            </a:r>
            <a:r>
              <a:rPr lang="en-US" dirty="0"/>
              <a:t> = </a:t>
            </a:r>
            <a:r>
              <a:rPr lang="en-US" dirty="0" err="1"/>
              <a:t>calculate_product</a:t>
            </a:r>
            <a:r>
              <a:rPr lang="en-US" dirty="0"/>
              <a:t>(a, b)</a:t>
            </a:r>
          </a:p>
          <a:p>
            <a:endParaRPr lang="en-US" dirty="0"/>
          </a:p>
          <a:p>
            <a:r>
              <a:rPr lang="en-US" dirty="0"/>
              <a:t>    results = {</a:t>
            </a:r>
          </a:p>
          <a:p>
            <a:r>
              <a:rPr lang="en-US" dirty="0"/>
              <a:t>        "Sum": </a:t>
            </a:r>
            <a:r>
              <a:rPr lang="en-US" dirty="0" err="1"/>
              <a:t>sum_result</a:t>
            </a:r>
            <a:r>
              <a:rPr lang="en-US" dirty="0"/>
              <a:t>,</a:t>
            </a:r>
          </a:p>
          <a:p>
            <a:r>
              <a:rPr lang="en-US" dirty="0"/>
              <a:t>        "Product": </a:t>
            </a:r>
            <a:r>
              <a:rPr lang="en-US" dirty="0" err="1"/>
              <a:t>product_result</a:t>
            </a:r>
            <a:endParaRPr lang="en-US" dirty="0"/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print("Computed Results:", results)</a:t>
            </a:r>
          </a:p>
          <a:p>
            <a:r>
              <a:rPr lang="en-US" dirty="0"/>
              <a:t>    </a:t>
            </a:r>
            <a:r>
              <a:rPr lang="en-US" dirty="0" err="1"/>
              <a:t>save_results</a:t>
            </a:r>
            <a:r>
              <a:rPr lang="en-US" dirty="0"/>
              <a:t>(results)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</a:t>
            </a:r>
            <a:r>
              <a:rPr lang="en-US" dirty="0" err="1"/>
              <a:t>run_workflow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Python for Automation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0000" y="4455621"/>
            <a:ext cx="4389120" cy="50214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Harmeet Singh Sehra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E7B7A3A-0004-91E7-58C7-3A6B8DD8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0" y="270687"/>
            <a:ext cx="2629035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BD03-ACB1-B231-54E4-9BB7912B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ADAA6-12C0-1B3C-A558-52FC274F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Introduction to Python and its Features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Key Features of Python: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Basic Python Syntax and Indentation and Type conversion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Conditional operators and Iterations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Collections (List, Tuple, Dictionary)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Functions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Decorators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*</a:t>
            </a:r>
            <a:r>
              <a:rPr lang="en-US" b="1" dirty="0" err="1"/>
              <a:t>args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Object-Oriented Programming (OOP)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Python File based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Web Automation: Playwright, Selenium(Login Form, Amazon and so on)</a:t>
            </a:r>
          </a:p>
        </p:txBody>
      </p:sp>
    </p:spTree>
    <p:extLst>
      <p:ext uri="{BB962C8B-B14F-4D97-AF65-F5344CB8AC3E}">
        <p14:creationId xmlns:p14="http://schemas.microsoft.com/office/powerpoint/2010/main" val="322227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583-98F2-C68A-C47B-2D2A4747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and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2E47-A71A-BC8C-307B-F43305F8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8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502-47BF-9BFD-F6DD-6187C9E1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647F-3C0F-D195-E746-47807C20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CB5D-9266-A776-EE45-CF9599DD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b="1" dirty="0"/>
              <a:t>SQLite</a:t>
            </a:r>
            <a:r>
              <a:rPr lang="en-US" dirty="0"/>
              <a:t> – built-in, no server required</a:t>
            </a:r>
          </a:p>
          <a:p>
            <a:r>
              <a:rPr lang="en-US" dirty="0"/>
              <a:t>No installation required</a:t>
            </a:r>
          </a:p>
          <a:p>
            <a:r>
              <a:rPr lang="en-US" dirty="0"/>
              <a:t>Comes bundled with Python</a:t>
            </a:r>
          </a:p>
          <a:p>
            <a:r>
              <a:rPr lang="en-US" dirty="0"/>
              <a:t>Only one file: </a:t>
            </a:r>
            <a:r>
              <a:rPr lang="en-US" dirty="0" err="1">
                <a:solidFill>
                  <a:schemeClr val="tx1"/>
                </a:solidFill>
              </a:rPr>
              <a:t>data.db</a:t>
            </a:r>
            <a:endParaRPr lang="en-US" dirty="0"/>
          </a:p>
          <a:p>
            <a:r>
              <a:rPr lang="en-US" dirty="0"/>
              <a:t>Reliable and supports SQL queries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01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50C6-7876-8C9C-BE21-279CBB24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F58C-1D59-2B43-3FA3-7A244F26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1395C-B26C-E009-E33A-E769154F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0753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sqlite3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conn = sqlite3.connect("</a:t>
            </a:r>
            <a:r>
              <a:rPr lang="en-US" dirty="0" err="1"/>
              <a:t>client.db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 create table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cursor.execute</a:t>
            </a:r>
            <a:r>
              <a:rPr lang="en-US" dirty="0"/>
              <a:t>("CREATE TABLE IF NOT EXISTS customers (id INTEGER PRIMARY KEY, name TEXT, age INTEGER)")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 insert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cursor.execute</a:t>
            </a:r>
            <a:r>
              <a:rPr lang="en-US" dirty="0"/>
              <a:t>("INSERT INTO customers (name, age) VALUES (?, ?)", ("Harmeet", 25))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conn.commit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 fetch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rows = </a:t>
            </a:r>
            <a:r>
              <a:rPr lang="en-US" dirty="0" err="1"/>
              <a:t>cursor.execute</a:t>
            </a:r>
            <a:r>
              <a:rPr lang="en-US" dirty="0"/>
              <a:t>("SELECT * FROM customers").</a:t>
            </a:r>
            <a:r>
              <a:rPr lang="en-US" dirty="0" err="1"/>
              <a:t>fetchall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print(rows)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6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73B0-CB2B-9C04-6A59-3E56A428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0AEF-0003-0311-FE8D-92A4AFEF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195F7-8BE6-5B60-CE45-1DB57ADD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cursor.execute</a:t>
            </a:r>
            <a:r>
              <a:rPr lang="en-US" dirty="0"/>
              <a:t>("SELECT * FROM customers WHERE age &gt; 20")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7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CDC2-0427-DE0C-D9D9-C6302BB6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BE5A-BE15-C9B4-7AD2-FCA4AC56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4FCD-A08B-46DE-C9BD-5049D0337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cursor.execute</a:t>
            </a:r>
            <a:r>
              <a:rPr lang="en-US" dirty="0"/>
              <a:t>("SELECT * FROM customers WHERE age &gt; 20 AND name = 'Harmeet'")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0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8A39-2FCF-92CE-7E0A-92D1F866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4AFE-096B-6643-C570-9651DE11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59EF-F8AC-6ACE-266F-BC1BB747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cursor.execute</a:t>
            </a:r>
            <a:r>
              <a:rPr lang="en-US" dirty="0"/>
              <a:t>("SELECT * FROM customers WHERE age &gt; 20")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  <a:p>
            <a:r>
              <a:rPr lang="en-US" dirty="0" err="1"/>
              <a:t>cursor.execute</a:t>
            </a:r>
            <a:r>
              <a:rPr lang="en-US" dirty="0"/>
              <a:t>("SELECT * FROM customers ORDER BY age")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8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DBEC-1FEE-F256-B902-1F704762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3035-EF17-D8E3-FADF-D575C52B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2D9E-997E-9C75-1796-ABD90A70F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cursor.execute</a:t>
            </a:r>
            <a:r>
              <a:rPr lang="en-US" dirty="0"/>
              <a:t>("SELECT * FROM customers WHERE name LIKE '%H%'")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6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432B-2F63-6691-6C6E-A105370C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DCA4-A7A4-1315-4141-54FEDFF1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82F3-1E33-86BC-C78C-2DE586756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age_limit</a:t>
            </a:r>
            <a:r>
              <a:rPr lang="en-US" dirty="0"/>
              <a:t> = 30</a:t>
            </a:r>
          </a:p>
          <a:p>
            <a:endParaRPr lang="en-US" dirty="0"/>
          </a:p>
          <a:p>
            <a:r>
              <a:rPr lang="en-US" dirty="0" err="1"/>
              <a:t>cursor.execute</a:t>
            </a:r>
            <a:r>
              <a:rPr lang="en-US" dirty="0"/>
              <a:t>("SELECT * FROM customers WHERE age &gt; ?", (</a:t>
            </a:r>
            <a:r>
              <a:rPr lang="en-US" dirty="0" err="1"/>
              <a:t>age_limit</a:t>
            </a:r>
            <a:r>
              <a:rPr lang="en-US" dirty="0"/>
              <a:t>,))</a:t>
            </a:r>
          </a:p>
          <a:p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print(rows)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76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30103-0231-1F5A-C400-FF4429119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3056-7046-2E74-EA09-317FF7D8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Command-line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37136-34E1-72F5-EC72-F7E5BB77D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the last example if we run by:</a:t>
            </a:r>
          </a:p>
          <a:p>
            <a:endParaRPr lang="en-US" dirty="0"/>
          </a:p>
          <a:p>
            <a:r>
              <a:rPr lang="en-US" dirty="0"/>
              <a:t>python app.py 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756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A944-E190-49DE-ABFB-D993D085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4D97-3903-07BA-872F-7D7BF907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865E-ADE8-E596-7DB6-350CF120E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sqlite3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sys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 Read age from command line (</a:t>
            </a:r>
            <a:r>
              <a:rPr lang="en-US" dirty="0" err="1"/>
              <a:t>sys.argv</a:t>
            </a:r>
            <a:r>
              <a:rPr lang="en-US" dirty="0"/>
              <a:t>[1])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age_limit</a:t>
            </a:r>
            <a:r>
              <a:rPr lang="en-US" dirty="0"/>
              <a:t> = int(</a:t>
            </a:r>
            <a:r>
              <a:rPr lang="en-US" dirty="0" err="1"/>
              <a:t>sys.argv</a:t>
            </a:r>
            <a:r>
              <a:rPr lang="en-US" dirty="0"/>
              <a:t>[1])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conn = sqlite3.connect("</a:t>
            </a:r>
            <a:r>
              <a:rPr lang="en-US" dirty="0" err="1"/>
              <a:t>client.db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cursor.execute</a:t>
            </a:r>
            <a:r>
              <a:rPr lang="en-US" dirty="0"/>
              <a:t>("SELECT * FROM customers WHERE age &gt; ?", (</a:t>
            </a:r>
            <a:r>
              <a:rPr lang="en-US" dirty="0" err="1"/>
              <a:t>age_limit</a:t>
            </a:r>
            <a:r>
              <a:rPr lang="en-US" dirty="0"/>
              <a:t>,))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rows =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f"Records</a:t>
            </a:r>
            <a:r>
              <a:rPr lang="en-US" dirty="0"/>
              <a:t> with age &gt; {</a:t>
            </a:r>
            <a:r>
              <a:rPr lang="en-US" dirty="0" err="1"/>
              <a:t>age_limit</a:t>
            </a:r>
            <a:r>
              <a:rPr lang="en-US" dirty="0"/>
              <a:t>}:")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row in rows: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print(row)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50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B0C4-41F6-5E4D-FC08-39F0B3F4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45DB-FA20-CDE1-DED9-C25DFE4C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CF85D-7A99-FEF3-A24B-C74A84AC6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2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E0F0-5F4D-CCFF-2A7C-818554A4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3BCD1-A238-5CA8-B1AB-8ED6CEBC3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5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5D80-DECD-8663-5D39-B3DEE8E8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37F3-FCD7-6403-3507-9C1DB668A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win32com.client as win32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outlook = win32.Dispatch('</a:t>
            </a:r>
            <a:r>
              <a:rPr lang="en-US" dirty="0" err="1"/>
              <a:t>outlook.application</a:t>
            </a:r>
            <a:r>
              <a:rPr lang="en-US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mail = </a:t>
            </a:r>
            <a:r>
              <a:rPr lang="en-US" dirty="0" err="1"/>
              <a:t>outlook.CreateItem</a:t>
            </a:r>
            <a:r>
              <a:rPr lang="en-US" dirty="0"/>
              <a:t>(0)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mail.To</a:t>
            </a:r>
            <a:r>
              <a:rPr lang="en-US" dirty="0"/>
              <a:t> = 'sehraharmeet@gmail.com'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mail.Subject</a:t>
            </a:r>
            <a:r>
              <a:rPr lang="en-US" dirty="0"/>
              <a:t> = 'Test Email from Python'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mail.Body</a:t>
            </a:r>
            <a:r>
              <a:rPr lang="en-US" dirty="0"/>
              <a:t> = 'Hello,\n\</a:t>
            </a:r>
            <a:r>
              <a:rPr lang="en-US" dirty="0" err="1"/>
              <a:t>nThis</a:t>
            </a:r>
            <a:r>
              <a:rPr lang="en-US" dirty="0"/>
              <a:t> is a test email sent using Python!\n\</a:t>
            </a:r>
            <a:r>
              <a:rPr lang="en-US" dirty="0" err="1"/>
              <a:t>nBest</a:t>
            </a:r>
            <a:r>
              <a:rPr lang="en-US" dirty="0"/>
              <a:t> regards,\</a:t>
            </a:r>
            <a:r>
              <a:rPr lang="en-US" dirty="0" err="1"/>
              <a:t>nHarmeet</a:t>
            </a:r>
            <a:r>
              <a:rPr lang="en-US" dirty="0"/>
              <a:t>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mail.Send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print("Email sent successfully!")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42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8F69F5-B2F3-09CF-DDD6-CAFCC42D3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04029"/>
              </p:ext>
            </p:extLst>
          </p:nvPr>
        </p:nvGraphicFramePr>
        <p:xfrm>
          <a:off x="859637" y="709318"/>
          <a:ext cx="10908900" cy="5335497"/>
        </p:xfrm>
        <a:graphic>
          <a:graphicData uri="http://schemas.openxmlformats.org/drawingml/2006/table">
            <a:tbl>
              <a:tblPr/>
              <a:tblGrid>
                <a:gridCol w="2246531">
                  <a:extLst>
                    <a:ext uri="{9D8B030D-6E8A-4147-A177-3AD203B41FA5}">
                      <a16:colId xmlns:a16="http://schemas.microsoft.com/office/drawing/2014/main" val="2761130574"/>
                    </a:ext>
                  </a:extLst>
                </a:gridCol>
                <a:gridCol w="5026069">
                  <a:extLst>
                    <a:ext uri="{9D8B030D-6E8A-4147-A177-3AD203B41FA5}">
                      <a16:colId xmlns:a16="http://schemas.microsoft.com/office/drawing/2014/main" val="4223383890"/>
                    </a:ext>
                  </a:extLst>
                </a:gridCol>
                <a:gridCol w="3636300">
                  <a:extLst>
                    <a:ext uri="{9D8B030D-6E8A-4147-A177-3AD203B41FA5}">
                      <a16:colId xmlns:a16="http://schemas.microsoft.com/office/drawing/2014/main" val="723307499"/>
                    </a:ext>
                  </a:extLst>
                </a:gridCol>
              </a:tblGrid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Constant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29978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olMailItem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Email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58603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olAppointmentItem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Calendar appointment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574851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olContactItem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Contact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2129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olTaskItem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56689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olJournalItem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Journal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432284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olNoteItem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2608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olPostItem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Post in a folder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80157"/>
                  </a:ext>
                </a:extLst>
              </a:tr>
              <a:tr h="59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olDistributionListItem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Distribution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737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18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D17C-E6A7-5668-4B90-84CF2B76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API and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099B-2E93-2F23-5380-C33D82DF1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06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1124-12AC-E294-A213-F983849E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3F5C-99D6-3FC7-5677-E87154B6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B5A3-400F-C873-74CF-5F52DEF3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REST API</a:t>
            </a:r>
            <a:r>
              <a:rPr lang="en-US" dirty="0"/>
              <a:t> (Representational State Transfer Application Programming Interface) allows different systems to communicate with each other over HTTP. </a:t>
            </a:r>
          </a:p>
          <a:p>
            <a:r>
              <a:rPr lang="en-US" dirty="0"/>
              <a:t>In Python, you can create, consume, and interact with REST APIs using several libraries, such as </a:t>
            </a:r>
            <a:r>
              <a:rPr lang="en-US" b="1" dirty="0"/>
              <a:t>Flask</a:t>
            </a:r>
            <a:r>
              <a:rPr lang="en-US" dirty="0"/>
              <a:t> or </a:t>
            </a:r>
            <a:r>
              <a:rPr lang="en-US" b="1" dirty="0" err="1"/>
              <a:t>FastAPI</a:t>
            </a:r>
            <a:r>
              <a:rPr lang="en-US" dirty="0"/>
              <a:t> (for creating APIs) and </a:t>
            </a:r>
            <a:r>
              <a:rPr lang="en-US" b="1" dirty="0"/>
              <a:t>requests</a:t>
            </a:r>
            <a:r>
              <a:rPr lang="en-US" dirty="0"/>
              <a:t> (for consuming APIs).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552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B1A6-B60F-890A-7A25-66D2AD5A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1171-A644-79E4-28E9-EDA03EC0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63CF-ED66-67DF-4EAB-085330A8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Consuming open REST API within Python </a:t>
            </a:r>
          </a:p>
          <a:p>
            <a:r>
              <a:rPr lang="en-US" dirty="0"/>
              <a:t>Consuming custom REST API within Python(</a:t>
            </a:r>
            <a:r>
              <a:rPr lang="en-US" b="1" dirty="0"/>
              <a:t>Creating a REST API using </a:t>
            </a:r>
            <a:r>
              <a:rPr lang="en-US" b="1" dirty="0" err="1"/>
              <a:t>FastAPI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pip install Flask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75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4955-2B01-EF6C-C0A9-8AEFB0FD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A6B0-62FA-2423-0DC6-81A98F6D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5F1C9-258B-88AE-2E2E-1D92C06F7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requests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url</a:t>
            </a:r>
            <a:r>
              <a:rPr lang="en-US" dirty="0"/>
              <a:t> = "https://jsonplaceholder.typicode.com/posts"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response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f"Status</a:t>
            </a:r>
            <a:r>
              <a:rPr lang="en-US" dirty="0"/>
              <a:t> Code: {</a:t>
            </a:r>
            <a:r>
              <a:rPr lang="en-US" dirty="0" err="1"/>
              <a:t>response.status_code</a:t>
            </a:r>
            <a:r>
              <a:rPr lang="en-US" dirty="0"/>
              <a:t>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if </a:t>
            </a:r>
            <a:r>
              <a:rPr lang="en-US" dirty="0" err="1"/>
              <a:t>response.status_code</a:t>
            </a:r>
            <a:r>
              <a:rPr lang="en-US" dirty="0"/>
              <a:t> == 200: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data = </a:t>
            </a:r>
            <a:r>
              <a:rPr lang="en-US" dirty="0" err="1"/>
              <a:t>response.json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print("Response JSON:")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print(</a:t>
            </a:r>
            <a:r>
              <a:rPr lang="en-US" dirty="0" err="1"/>
              <a:t>json.dumps</a:t>
            </a:r>
            <a:r>
              <a:rPr lang="en-US" dirty="0"/>
              <a:t>(data, indent=4, </a:t>
            </a:r>
            <a:r>
              <a:rPr lang="en-US" dirty="0" err="1"/>
              <a:t>sort_keys</a:t>
            </a:r>
            <a:r>
              <a:rPr lang="en-US" dirty="0"/>
              <a:t>=True))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else: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print("Failed to retrieve data.")</a:t>
            </a:r>
          </a:p>
        </p:txBody>
      </p:sp>
    </p:spTree>
    <p:extLst>
      <p:ext uri="{BB962C8B-B14F-4D97-AF65-F5344CB8AC3E}">
        <p14:creationId xmlns:p14="http://schemas.microsoft.com/office/powerpoint/2010/main" val="284744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F07C-54F3-E0AF-68B5-6C7AD688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A154-0433-DB38-FD6F-6226DD4B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need to create our own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D7998-4CFA-BC85-A11E-F42D5691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854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FBA3F-DBCC-1C81-EB24-9E39DE01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4D64-9317-D599-3ED9-1249E7B0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95" y="177208"/>
            <a:ext cx="11135833" cy="660052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from flask import Flask, </a:t>
            </a:r>
            <a:r>
              <a:rPr lang="en-US" sz="1700" dirty="0" err="1"/>
              <a:t>jsonify</a:t>
            </a:r>
            <a:r>
              <a:rPr lang="en-US" sz="1700" dirty="0"/>
              <a:t>, request, Response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import </a:t>
            </a:r>
            <a:r>
              <a:rPr lang="en-US" sz="1700" dirty="0" err="1"/>
              <a:t>dicttoxml</a:t>
            </a:r>
            <a:endParaRPr lang="en-US" sz="17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app = Flask(__name__)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700" dirty="0"/>
            </a:br>
            <a:r>
              <a:rPr lang="en-US" sz="1700" dirty="0"/>
              <a:t>@app.route('/')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def home():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return "Welcome to the Flask REST API!"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700" dirty="0"/>
            </a:br>
            <a:r>
              <a:rPr lang="en-US" sz="1700" dirty="0"/>
              <a:t>@app.route('/harmeet', methods=['GET'])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def </a:t>
            </a:r>
            <a:r>
              <a:rPr lang="en-US" sz="1700" dirty="0" err="1"/>
              <a:t>get_data</a:t>
            </a:r>
            <a:r>
              <a:rPr lang="en-US" sz="17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data =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  'message': 'This is demo response being create by Me.... :-)',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  'status': 'success'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</a:t>
            </a:r>
            <a:r>
              <a:rPr lang="en-US" sz="1700" dirty="0" err="1"/>
              <a:t>xml_data</a:t>
            </a:r>
            <a:r>
              <a:rPr lang="en-US" sz="1700" dirty="0"/>
              <a:t> = </a:t>
            </a:r>
            <a:r>
              <a:rPr lang="en-US" sz="1700" dirty="0" err="1"/>
              <a:t>dicttoxml.dicttoxml</a:t>
            </a:r>
            <a:r>
              <a:rPr lang="en-US" sz="1700" dirty="0"/>
              <a:t>(data)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return Response(</a:t>
            </a:r>
            <a:r>
              <a:rPr lang="en-US" sz="1700" dirty="0" err="1"/>
              <a:t>xml_data</a:t>
            </a:r>
            <a:r>
              <a:rPr lang="en-US" sz="1700" dirty="0"/>
              <a:t>, </a:t>
            </a:r>
            <a:r>
              <a:rPr lang="en-US" sz="1700" dirty="0" err="1"/>
              <a:t>mimetype</a:t>
            </a:r>
            <a:r>
              <a:rPr lang="en-US" sz="1700" dirty="0"/>
              <a:t>='application/xml')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#return </a:t>
            </a:r>
            <a:r>
              <a:rPr lang="en-US" sz="1700" dirty="0" err="1"/>
              <a:t>jsonify</a:t>
            </a:r>
            <a:r>
              <a:rPr lang="en-US" sz="1700" dirty="0"/>
              <a:t>(data)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@app.route('/Bosch', methods=['GET'])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def get_data2():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data = "Thanks"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/>
              <a:t>  return (data)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700" dirty="0"/>
            </a:br>
            <a:r>
              <a:rPr lang="en-US" sz="1700" dirty="0" err="1"/>
              <a:t>app.run</a:t>
            </a:r>
            <a:r>
              <a:rPr lang="en-US" sz="1700" dirty="0"/>
              <a:t>(port=5000)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92572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01C-6B0F-17DF-DFFA-D0231C1A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Parsing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3F5E-DC54-8D67-5204-F4A214645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(JavaScript Object Notation) is used for APIs, config files, bot data exchange, log output, etc.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53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B43-2F82-10D5-C8ED-D13F219D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B110-4C9E-F2A7-C09D-DDE3E821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json.loads</a:t>
            </a:r>
            <a:r>
              <a:rPr lang="en-US" dirty="0">
                <a:solidFill>
                  <a:schemeClr val="tx1"/>
                </a:solidFill>
              </a:rPr>
              <a:t>()</a:t>
            </a:r>
            <a:r>
              <a:rPr lang="en-US" dirty="0"/>
              <a:t> is used to </a:t>
            </a:r>
            <a:r>
              <a:rPr lang="en-US" b="1" dirty="0"/>
              <a:t>parse a JSON string</a:t>
            </a:r>
            <a:r>
              <a:rPr lang="en-US" dirty="0"/>
              <a:t> into a Python object (</a:t>
            </a:r>
            <a:r>
              <a:rPr lang="en-US" dirty="0" err="1"/>
              <a:t>dict</a:t>
            </a:r>
            <a:r>
              <a:rPr lang="en-US" dirty="0"/>
              <a:t>/list).</a:t>
            </a:r>
          </a:p>
          <a:p>
            <a:r>
              <a:rPr lang="en-US" dirty="0" err="1">
                <a:solidFill>
                  <a:schemeClr val="tx1"/>
                </a:solidFill>
              </a:rPr>
              <a:t>json.dump</a:t>
            </a:r>
            <a:r>
              <a:rPr lang="en-US" dirty="0">
                <a:solidFill>
                  <a:schemeClr val="tx1"/>
                </a:solidFill>
              </a:rPr>
              <a:t>()</a:t>
            </a:r>
            <a:r>
              <a:rPr lang="en-US" dirty="0"/>
              <a:t> is used to </a:t>
            </a:r>
            <a:r>
              <a:rPr lang="en-US" b="1" dirty="0"/>
              <a:t>write a Python object to a JSON file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635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B1DC-5483-1A99-CA5C-C0BB429D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F7D4-13CB-D723-1FA0-91C07CC36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import </a:t>
            </a:r>
            <a:r>
              <a:rPr lang="en-US" b="1" dirty="0" err="1"/>
              <a:t>json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b="1" dirty="0"/>
            </a:br>
            <a:r>
              <a:rPr lang="en-US" b="1" dirty="0" err="1"/>
              <a:t>json_data</a:t>
            </a:r>
            <a:r>
              <a:rPr lang="en-US" b="1" dirty="0"/>
              <a:t> = '{"name": "Harmeet", "age": 25, "skills": ["Python", "Automation"]}'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parsed = </a:t>
            </a:r>
            <a:r>
              <a:rPr lang="en-US" b="1" dirty="0" err="1"/>
              <a:t>json.loads</a:t>
            </a:r>
            <a:r>
              <a:rPr lang="en-US" b="1" dirty="0"/>
              <a:t>(</a:t>
            </a:r>
            <a:r>
              <a:rPr lang="en-US" b="1" dirty="0" err="1"/>
              <a:t>json_data</a:t>
            </a:r>
            <a:r>
              <a:rPr lang="en-US" b="1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print(parsed)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print(parsed["name"])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with open("</a:t>
            </a:r>
            <a:r>
              <a:rPr lang="en-US" b="1" dirty="0" err="1"/>
              <a:t>output.json</a:t>
            </a:r>
            <a:r>
              <a:rPr lang="en-US" b="1" dirty="0"/>
              <a:t>", "w") as file: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    </a:t>
            </a:r>
            <a:r>
              <a:rPr lang="en-US" b="1" dirty="0" err="1"/>
              <a:t>json.dump</a:t>
            </a:r>
            <a:r>
              <a:rPr lang="en-US" b="1" dirty="0"/>
              <a:t>(parsed, file, indent=4)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499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DCCC95-82E7-3819-B330-B8C7558F386A}"/>
              </a:ext>
            </a:extLst>
          </p:cNvPr>
          <p:cNvSpPr txBox="1"/>
          <p:nvPr/>
        </p:nvSpPr>
        <p:spPr>
          <a:xfrm>
            <a:off x="1945717" y="2130317"/>
            <a:ext cx="8796737" cy="4063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json</a:t>
            </a:r>
            <a:endParaRPr lang="en-US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os</a:t>
            </a:r>
            <a:endParaRPr lang="en-US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 "https://jsonplaceholder.typicode.com/posts"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response =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if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response.status_code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== 200: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data =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response.json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()  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os.makedirs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("posts",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exist_ok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=True)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for post in data: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post_id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post.get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("id")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    filename =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f"posts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/post_{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post_id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}.txt"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post_text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json.dumps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(post, indent=4,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sort_keys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=True)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    with open(filename, "w") as f: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f.write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post_text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effectLst/>
                <a:latin typeface="Consolas" panose="020B0609020204030204" pitchFamily="49" charset="0"/>
              </a:rPr>
            </a:br>
            <a:endParaRPr lang="en-US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print(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f"Saved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(data)} posts in the 'posts' folder.")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else: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    print("Failed to retrieve data.")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effectLst/>
                <a:latin typeface="Consolas" panose="020B0609020204030204" pitchFamily="49" charset="0"/>
              </a:rPr>
            </a:b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284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8A66-3E31-56EB-1869-36975594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7E0A-0FB8-4CDF-AA4F-516610CD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within the same code, can we create one report file that will talk about File Names and their size within the report file.</a:t>
            </a:r>
          </a:p>
          <a:p>
            <a:endParaRPr lang="en-US" dirty="0"/>
          </a:p>
          <a:p>
            <a:r>
              <a:rPr lang="en-US" dirty="0"/>
              <a:t>We want like</a:t>
            </a:r>
          </a:p>
          <a:p>
            <a:endParaRPr lang="en-US" dirty="0"/>
          </a:p>
          <a:p>
            <a:r>
              <a:rPr lang="en-US" dirty="0"/>
              <a:t>Post_1:2000</a:t>
            </a:r>
          </a:p>
          <a:p>
            <a:r>
              <a:rPr lang="en-US" dirty="0"/>
              <a:t>Post_2:1455</a:t>
            </a:r>
          </a:p>
          <a:p>
            <a:r>
              <a:rPr lang="en-US" dirty="0"/>
              <a:t>And so on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1863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A08D-4DAA-C1DB-7E6F-8CB304D8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F317-5D00-4BAD-654C-43CC2962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File Handling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22D57-DC30-2AFC-E79C-BFED0C913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249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58DA-E442-0AD2-D1A0-0F0B0E32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A806-D8C8-8D41-3973-89411D88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93D67-4E19-A26E-55F9-439909823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install pandas </a:t>
            </a:r>
            <a:r>
              <a:rPr lang="en-US" dirty="0" err="1"/>
              <a:t>openpyxl</a:t>
            </a:r>
            <a:endParaRPr lang="en-US" dirty="0"/>
          </a:p>
          <a:p>
            <a:r>
              <a:rPr lang="en-US" dirty="0"/>
              <a:t>For .</a:t>
            </a:r>
            <a:r>
              <a:rPr lang="en-US" dirty="0" err="1"/>
              <a:t>xls</a:t>
            </a:r>
            <a:r>
              <a:rPr lang="en-US" dirty="0"/>
              <a:t> files, </a:t>
            </a:r>
            <a:r>
              <a:rPr lang="en-US" dirty="0" err="1"/>
              <a:t>xlrd</a:t>
            </a:r>
            <a:r>
              <a:rPr lang="en-US" dirty="0"/>
              <a:t> is required (pip install </a:t>
            </a:r>
            <a:r>
              <a:rPr lang="en-US" dirty="0" err="1"/>
              <a:t>xlrd</a:t>
            </a:r>
            <a:r>
              <a:rPr lang="en-US" dirty="0"/>
              <a:t>).</a:t>
            </a:r>
          </a:p>
          <a:p>
            <a:r>
              <a:rPr lang="en-US" dirty="0"/>
              <a:t>For .xlsx files, </a:t>
            </a:r>
            <a:r>
              <a:rPr lang="en-US" dirty="0" err="1"/>
              <a:t>openpyxl</a:t>
            </a:r>
            <a:r>
              <a:rPr lang="en-US" dirty="0"/>
              <a:t> can be used (pip install </a:t>
            </a:r>
            <a:r>
              <a:rPr lang="en-US" dirty="0" err="1"/>
              <a:t>openpyxl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pandas provides the core functionality to read, manipulate, and analyze data in Excel files. </a:t>
            </a:r>
            <a:r>
              <a:rPr lang="en-US" dirty="0" err="1"/>
              <a:t>openpyxl</a:t>
            </a:r>
            <a:r>
              <a:rPr lang="en-US" dirty="0"/>
              <a:t> is used as a backend engine by pandas to handle the reading/writing of .xlsx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94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DA4A-FB88-638F-9E2A-24EBBD42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1746-1181-1BA3-BB32-D7AFD490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the Excel file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55A1-8353-A19D-1D57-F682EAC35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Reading the Excel file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('data.xlsx')</a:t>
            </a:r>
          </a:p>
          <a:p>
            <a:r>
              <a:rPr lang="en-US" dirty="0"/>
              <a:t>print(</a:t>
            </a:r>
            <a:r>
              <a:rPr lang="en-US" dirty="0" err="1"/>
              <a:t>df.head</a:t>
            </a:r>
            <a:r>
              <a:rPr lang="en-US" dirty="0"/>
              <a:t>())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A9CC-FFFF-9855-EA9F-94B57A83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EAD8-574F-C2E2-1168-94E1AC77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1002A-1C35-D282-E743-74B7D4B38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</a:t>
            </a:r>
            <a:r>
              <a:rPr lang="en-US" dirty="0" err="1"/>
              <a:t>usecols</a:t>
            </a:r>
            <a:r>
              <a:rPr lang="en-US" dirty="0"/>
              <a:t>=['Gender', 'Age', 'Status'])</a:t>
            </a:r>
          </a:p>
          <a:p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#for index, row in </a:t>
            </a:r>
            <a:r>
              <a:rPr lang="en-US" dirty="0" err="1"/>
              <a:t>df.iterrows</a:t>
            </a:r>
            <a:r>
              <a:rPr lang="en-US" dirty="0"/>
              <a:t>():</a:t>
            </a:r>
          </a:p>
          <a:p>
            <a:r>
              <a:rPr lang="en-US" dirty="0"/>
              <a:t>#     </a:t>
            </a:r>
          </a:p>
          <a:p>
            <a:r>
              <a:rPr lang="en-US" dirty="0"/>
              <a:t>#    print(f"---------------------Row {index}:")</a:t>
            </a:r>
          </a:p>
          <a:p>
            <a:r>
              <a:rPr lang="en-US" dirty="0"/>
              <a:t>#    print(</a:t>
            </a:r>
            <a:r>
              <a:rPr lang="en-US" dirty="0" err="1"/>
              <a:t>f"Gender</a:t>
            </a:r>
            <a:r>
              <a:rPr lang="en-US" dirty="0"/>
              <a:t> : {row['Gender']}Age: {row['Age']}")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452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BF1D-6739-A288-8622-DCA07C67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235F-C8A5-F9E7-20A7-E639BB1E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B72DA-34B2-E211-D702-F3C7B1106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90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DF53-7DBC-2F81-3941-CAC9EE21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508E-F52B-253D-A66F-05273780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content onto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0D97-6FC5-8ED8-8516-61CE6F025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pandas as pd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 </a:t>
            </a:r>
            <a:r>
              <a:rPr lang="en-US" dirty="0" err="1"/>
              <a:t>usecols</a:t>
            </a:r>
            <a:r>
              <a:rPr lang="en-US" dirty="0"/>
              <a:t>=['Gender', 'Age'])</a:t>
            </a:r>
          </a:p>
          <a:p>
            <a:r>
              <a:rPr lang="en-US" dirty="0" err="1"/>
              <a:t>df</a:t>
            </a:r>
            <a:r>
              <a:rPr lang="en-US" dirty="0"/>
              <a:t>['Status'] = [10, 20, 30, 40, 50, 60, 70, 75, 78]  </a:t>
            </a:r>
          </a:p>
          <a:p>
            <a:r>
              <a:rPr lang="en-US" dirty="0" err="1"/>
              <a:t>df.to_excel</a:t>
            </a:r>
            <a:r>
              <a:rPr lang="en-US" dirty="0"/>
              <a:t>('data.xlsx', index=False)</a:t>
            </a:r>
          </a:p>
          <a:p>
            <a:r>
              <a:rPr lang="en-US" dirty="0"/>
              <a:t>print("content  successfully.")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 </a:t>
            </a:r>
            <a:r>
              <a:rPr lang="en-US" dirty="0" err="1"/>
              <a:t>usecols</a:t>
            </a:r>
            <a:r>
              <a:rPr lang="en-US" dirty="0"/>
              <a:t>=['Gender', 'Age', 'Status’])</a:t>
            </a:r>
          </a:p>
          <a:p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37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9914-E2A0-3555-01AF-6B45F68C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64D2-322E-C2E2-23DE-110432CC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if we need to export Excel content to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2816-AB89-FF33-B5BC-C543140C3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pandas as pd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 </a:t>
            </a:r>
            <a:r>
              <a:rPr lang="en-US" dirty="0" err="1"/>
              <a:t>usecols</a:t>
            </a:r>
            <a:r>
              <a:rPr lang="en-US" dirty="0"/>
              <a:t>=['Gender', 'Age'])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html_table</a:t>
            </a:r>
            <a:r>
              <a:rPr lang="en-US" dirty="0"/>
              <a:t> = </a:t>
            </a:r>
            <a:r>
              <a:rPr lang="en-US" dirty="0" err="1"/>
              <a:t>df.to_html</a:t>
            </a:r>
            <a:r>
              <a:rPr lang="en-US" dirty="0"/>
              <a:t>(index=False)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with open('output.html', 'w') as f: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</a:t>
            </a:r>
            <a:r>
              <a:rPr lang="en-US" dirty="0" err="1"/>
              <a:t>f.write</a:t>
            </a:r>
            <a:r>
              <a:rPr lang="en-US" dirty="0"/>
              <a:t>('&lt;html&gt;&lt;head&gt;&lt;title&gt;Excel Data&lt;/title&gt;&lt;/head&gt;&lt;body&gt;')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</a:t>
            </a:r>
            <a:r>
              <a:rPr lang="en-US" dirty="0" err="1"/>
              <a:t>f.write</a:t>
            </a:r>
            <a:r>
              <a:rPr lang="en-US" dirty="0"/>
              <a:t>('&lt;h1&gt;Data from Excel File&lt;/h1&gt;')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</a:t>
            </a:r>
            <a:r>
              <a:rPr lang="en-US" dirty="0" err="1"/>
              <a:t>f.write</a:t>
            </a:r>
            <a:r>
              <a:rPr lang="en-US" dirty="0"/>
              <a:t>(</a:t>
            </a:r>
            <a:r>
              <a:rPr lang="en-US" dirty="0" err="1"/>
              <a:t>html_table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</a:t>
            </a:r>
            <a:r>
              <a:rPr lang="en-US" dirty="0" err="1"/>
              <a:t>f.write</a:t>
            </a:r>
            <a:r>
              <a:rPr lang="en-US" dirty="0"/>
              <a:t>('&lt;/body&gt;&lt;/html&gt;')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print("HTML file created successfully.")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53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663F-7F2D-ACB9-C70A-1BA3C7CD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504F-3130-E0F7-E549-C20908BF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0CBD-0BF0-675F-B1D2-5E8903AC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pandas as pd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data =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'id': [1, 2, 3],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'</a:t>
            </a:r>
            <a:r>
              <a:rPr lang="en-US" dirty="0" err="1"/>
              <a:t>emp_name</a:t>
            </a:r>
            <a:r>
              <a:rPr lang="en-US" dirty="0"/>
              <a:t>': ['Monika', 'Anshi', 'Diya'],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'</a:t>
            </a:r>
            <a:r>
              <a:rPr lang="en-US" dirty="0" err="1"/>
              <a:t>contact_no</a:t>
            </a:r>
            <a:r>
              <a:rPr lang="en-US" dirty="0"/>
              <a:t>': ['1234567890', '9876543210', '5555555555']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df.to_excel</a:t>
            </a:r>
            <a:r>
              <a:rPr lang="en-US" dirty="0"/>
              <a:t>('data.xlsx', index=False, </a:t>
            </a:r>
            <a:r>
              <a:rPr lang="en-US" dirty="0" err="1"/>
              <a:t>sheet_name</a:t>
            </a:r>
            <a:r>
              <a:rPr lang="en-US" dirty="0"/>
              <a:t>='Sheet2')  # Set index=False to avoid writing row numbers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 </a:t>
            </a:r>
            <a:r>
              <a:rPr lang="en-US" dirty="0" err="1"/>
              <a:t>usecols</a:t>
            </a:r>
            <a:r>
              <a:rPr lang="en-US" dirty="0"/>
              <a:t>=['id', 'emp_name','</a:t>
            </a:r>
            <a:r>
              <a:rPr lang="en-US" dirty="0" err="1"/>
              <a:t>contact_no</a:t>
            </a:r>
            <a:r>
              <a:rPr lang="en-US" dirty="0"/>
              <a:t>'], </a:t>
            </a:r>
            <a:r>
              <a:rPr lang="en-US" dirty="0" err="1"/>
              <a:t>sheet_name</a:t>
            </a:r>
            <a:r>
              <a:rPr lang="en-US" dirty="0"/>
              <a:t>='Sheet2')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42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4581-7771-AAE5-E71A-96EE4EF9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CCB2-7B89-5BF0-F8CD-1D78A64B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TO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C3266-98CA-AFF4-0F7C-88986B25F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pandas as pd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r>
              <a:rPr lang="en-US" dirty="0"/>
              <a:t>with open('</a:t>
            </a:r>
            <a:r>
              <a:rPr lang="en-US" dirty="0" err="1"/>
              <a:t>data.json</a:t>
            </a:r>
            <a:r>
              <a:rPr lang="en-US" dirty="0"/>
              <a:t>') as </a:t>
            </a:r>
            <a:r>
              <a:rPr lang="en-US" dirty="0" err="1"/>
              <a:t>json_file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    </a:t>
            </a:r>
            <a:r>
              <a:rPr lang="en-US" dirty="0" err="1"/>
              <a:t>original_data</a:t>
            </a:r>
            <a:r>
              <a:rPr lang="en-US" dirty="0"/>
              <a:t> = </a:t>
            </a:r>
            <a:r>
              <a:rPr lang="en-US" dirty="0" err="1"/>
              <a:t>json.load</a:t>
            </a:r>
            <a:r>
              <a:rPr lang="en-US" dirty="0"/>
              <a:t>(</a:t>
            </a:r>
            <a:r>
              <a:rPr lang="en-US" dirty="0" err="1"/>
              <a:t>json_file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</a:t>
            </a:r>
            <a:r>
              <a:rPr lang="en-US" dirty="0" err="1"/>
              <a:t>original_data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df.to_excel</a:t>
            </a:r>
            <a:r>
              <a:rPr lang="en-US" dirty="0"/>
              <a:t>('data.xlsx', index=False,  </a:t>
            </a:r>
            <a:r>
              <a:rPr lang="en-US" dirty="0" err="1"/>
              <a:t>sheet_name</a:t>
            </a:r>
            <a:r>
              <a:rPr lang="en-US" dirty="0"/>
              <a:t>='Sheet3')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print("Data from JSON has been added to Excel.")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('data.xlsx', </a:t>
            </a:r>
            <a:r>
              <a:rPr lang="en-US" dirty="0" err="1"/>
              <a:t>usecols</a:t>
            </a:r>
            <a:r>
              <a:rPr lang="en-US" dirty="0"/>
              <a:t>=['id', 'emp_name','</a:t>
            </a:r>
            <a:r>
              <a:rPr lang="en-US" dirty="0" err="1"/>
              <a:t>contact_no</a:t>
            </a:r>
            <a:r>
              <a:rPr lang="en-US" dirty="0"/>
              <a:t>'], </a:t>
            </a:r>
            <a:r>
              <a:rPr lang="en-US" dirty="0" err="1"/>
              <a:t>sheet_name</a:t>
            </a:r>
            <a:r>
              <a:rPr lang="en-US" dirty="0"/>
              <a:t>='Sheet3')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25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6AB2-AC75-DD8A-D955-86838834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949-8A8F-EA3A-0936-CE12E639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DEDC-E4F7-1F2D-087A-ADE5B24A3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98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0B2E-CB88-1458-24BB-3C9E1ACD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B472-DC58-C599-421A-E2A4047B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of All Created Functions – Building Complete Workflows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9D85-522A-86C0-DD75-41D31E3E0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05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599E-CBFF-47A0-961F-DA9F2C98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F6BB5-7001-58E2-0D64-1F8DB102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Workflows and Combining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F65C-03A2-70B3-4C5B-C1882E993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Workflow integration means combining multiple small, reusable functions into one </a:t>
            </a:r>
            <a:r>
              <a:rPr lang="en-US" b="1" dirty="0"/>
              <a:t>end-to-end automation pipeline</a:t>
            </a:r>
            <a:r>
              <a:rPr lang="en-US" dirty="0"/>
              <a:t> that performs a complete task.</a:t>
            </a:r>
          </a:p>
          <a:p>
            <a:r>
              <a:rPr lang="en-US" b="1" dirty="0"/>
              <a:t>Key Concepts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Break large tasks into </a:t>
            </a:r>
            <a:r>
              <a:rPr lang="en-US" b="1" dirty="0"/>
              <a:t>modular functions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Arrange functions in a logical </a:t>
            </a:r>
            <a:r>
              <a:rPr lang="en-US" b="1" dirty="0"/>
              <a:t>sequence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input/output flow</a:t>
            </a:r>
            <a:r>
              <a:rPr lang="en-US" dirty="0"/>
              <a:t> between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Keep each function focused on </a:t>
            </a:r>
            <a:r>
              <a:rPr lang="en-US" b="1" dirty="0"/>
              <a:t>one task only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Central workflow function orchestrates all small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63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99C7-E1FA-C1BF-C415-40BD50171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343" y="248093"/>
            <a:ext cx="10341935" cy="6124354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def </a:t>
            </a:r>
            <a:r>
              <a:rPr lang="en-US" sz="2400" dirty="0" err="1"/>
              <a:t>extract_data</a:t>
            </a:r>
            <a:r>
              <a:rPr lang="en-US" sz="24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def </a:t>
            </a:r>
            <a:r>
              <a:rPr lang="en-US" sz="2400" dirty="0" err="1"/>
              <a:t>clean_data</a:t>
            </a:r>
            <a:r>
              <a:rPr lang="en-US" sz="24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def </a:t>
            </a:r>
            <a:r>
              <a:rPr lang="en-US" sz="2400" dirty="0" err="1"/>
              <a:t>process_data</a:t>
            </a:r>
            <a:r>
              <a:rPr lang="en-US" sz="24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def </a:t>
            </a:r>
            <a:r>
              <a:rPr lang="en-US" sz="2400" dirty="0" err="1"/>
              <a:t>save_results</a:t>
            </a:r>
            <a:r>
              <a:rPr lang="en-US" sz="24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...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def </a:t>
            </a:r>
            <a:r>
              <a:rPr lang="en-US" sz="2400" dirty="0" err="1"/>
              <a:t>main_workflow</a:t>
            </a:r>
            <a:r>
              <a:rPr lang="en-US" sz="240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data = </a:t>
            </a:r>
            <a:r>
              <a:rPr lang="en-US" sz="2400" dirty="0" err="1"/>
              <a:t>extract_data</a:t>
            </a:r>
            <a:r>
              <a:rPr lang="en-US" sz="240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cleaned = </a:t>
            </a:r>
            <a:r>
              <a:rPr lang="en-US" sz="2400" dirty="0" err="1"/>
              <a:t>clean_data</a:t>
            </a:r>
            <a:r>
              <a:rPr lang="en-US" sz="2400" dirty="0"/>
              <a:t>(data)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result = </a:t>
            </a:r>
            <a:r>
              <a:rPr lang="en-US" sz="2400" dirty="0" err="1"/>
              <a:t>process_data</a:t>
            </a:r>
            <a:r>
              <a:rPr lang="en-US" sz="2400" dirty="0"/>
              <a:t>(cleaned)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    </a:t>
            </a:r>
            <a:r>
              <a:rPr lang="en-US" sz="2400" dirty="0" err="1"/>
              <a:t>save_results</a:t>
            </a:r>
            <a:r>
              <a:rPr lang="en-US" sz="2400" dirty="0"/>
              <a:t>(result)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8470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6FD8-8FDF-7A3E-4AB7-2A2A4126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3035-A095-8E41-B0F9-5BCF99FE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Refining Integrated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6E169-BBCE-6DFB-2FCB-52F50FC3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Debugging integrated workflows involves identifying issues at each step and ensuring the entire flow works correctly.</a:t>
            </a:r>
          </a:p>
          <a:p>
            <a:r>
              <a:rPr lang="en-US" b="1" dirty="0"/>
              <a:t>Techniques</a:t>
            </a:r>
          </a:p>
          <a:p>
            <a:r>
              <a:rPr lang="en-US" dirty="0"/>
              <a:t>Add </a:t>
            </a:r>
            <a:r>
              <a:rPr lang="en-US" b="1" dirty="0"/>
              <a:t>logging</a:t>
            </a:r>
            <a:r>
              <a:rPr lang="en-US" dirty="0"/>
              <a:t> to track the flow</a:t>
            </a:r>
          </a:p>
          <a:p>
            <a:r>
              <a:rPr lang="en-US" dirty="0"/>
              <a:t>Use </a:t>
            </a:r>
            <a:r>
              <a:rPr lang="en-US" b="1" dirty="0"/>
              <a:t>try/except blocks</a:t>
            </a:r>
            <a:r>
              <a:rPr lang="en-US" dirty="0"/>
              <a:t> for safe failure handling</a:t>
            </a:r>
          </a:p>
          <a:p>
            <a:r>
              <a:rPr lang="en-US" dirty="0"/>
              <a:t>Validate output after every function</a:t>
            </a:r>
          </a:p>
          <a:p>
            <a:r>
              <a:rPr lang="en-US" dirty="0"/>
              <a:t>Test each function </a:t>
            </a:r>
            <a:r>
              <a:rPr lang="en-US" b="1" dirty="0"/>
              <a:t>individually</a:t>
            </a:r>
            <a:r>
              <a:rPr lang="en-US" dirty="0"/>
              <a:t> before merging</a:t>
            </a:r>
          </a:p>
          <a:p>
            <a:r>
              <a:rPr lang="en-US" dirty="0"/>
              <a:t>Use descriptive </a:t>
            </a:r>
            <a:r>
              <a:rPr lang="en-US" b="1" dirty="0"/>
              <a:t>error messages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98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F76D-28E3-BA5F-A688-77FA92E2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E24A-F855-D25F-FA3F-548C6796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3623F-CD2D-CA12-12D7-DFDE3B13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extract_data</a:t>
            </a:r>
            <a:r>
              <a:rPr lang="en-US" dirty="0"/>
              <a:t>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data = </a:t>
            </a:r>
            <a:r>
              <a:rPr lang="en-US" dirty="0" err="1"/>
              <a:t>read_file</a:t>
            </a:r>
            <a:r>
              <a:rPr lang="en-US" dirty="0"/>
              <a:t>("input.csv")</a:t>
            </a:r>
          </a:p>
          <a:p>
            <a:r>
              <a:rPr lang="en-US" dirty="0"/>
              <a:t>        return data</a:t>
            </a:r>
          </a:p>
          <a:p>
            <a:r>
              <a:rPr lang="en-US" dirty="0"/>
              <a:t>    except Exception as e:</a:t>
            </a:r>
          </a:p>
          <a:p>
            <a:r>
              <a:rPr lang="en-US" dirty="0"/>
              <a:t>        print("Error in </a:t>
            </a:r>
            <a:r>
              <a:rPr lang="en-US" dirty="0" err="1"/>
              <a:t>extract_data</a:t>
            </a:r>
            <a:r>
              <a:rPr lang="en-US" dirty="0"/>
              <a:t>:", e)</a:t>
            </a:r>
          </a:p>
          <a:p>
            <a:r>
              <a:rPr lang="en-US" dirty="0"/>
              <a:t>        return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672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CA750-4EFC-BE6D-CEF3-771223C2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2474-E8CC-C78B-6549-E033F529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Workflow Stability and Reusability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29CC-DCE7-8C4A-B92D-9C53245A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stable and reusable workflow is one that works reliably under different conditions and can be reused across projects.</a:t>
            </a:r>
          </a:p>
          <a:p>
            <a:r>
              <a:rPr lang="en-US" b="1" dirty="0"/>
              <a:t>Key Strategies</a:t>
            </a:r>
          </a:p>
          <a:p>
            <a:r>
              <a:rPr lang="en-US" dirty="0"/>
              <a:t>Use </a:t>
            </a:r>
            <a:r>
              <a:rPr lang="en-US" b="1" dirty="0"/>
              <a:t>modular design</a:t>
            </a:r>
            <a:r>
              <a:rPr lang="en-US" dirty="0"/>
              <a:t> — small functions, single responsibility</a:t>
            </a:r>
          </a:p>
          <a:p>
            <a:r>
              <a:rPr lang="en-US" dirty="0"/>
              <a:t>Use </a:t>
            </a:r>
            <a:r>
              <a:rPr lang="en-US" b="1" dirty="0"/>
              <a:t>configuration variables</a:t>
            </a:r>
            <a:r>
              <a:rPr lang="en-US" dirty="0"/>
              <a:t> instead of hardcoding</a:t>
            </a:r>
          </a:p>
          <a:p>
            <a:r>
              <a:rPr lang="en-US" dirty="0"/>
              <a:t>Add </a:t>
            </a:r>
            <a:r>
              <a:rPr lang="en-US" b="1" dirty="0"/>
              <a:t>retry logic</a:t>
            </a:r>
            <a:r>
              <a:rPr lang="en-US" dirty="0"/>
              <a:t> and </a:t>
            </a:r>
            <a:r>
              <a:rPr lang="en-US" b="1" dirty="0"/>
              <a:t>exception handling</a:t>
            </a:r>
            <a:endParaRPr lang="en-US" dirty="0"/>
          </a:p>
          <a:p>
            <a:r>
              <a:rPr lang="en-US" dirty="0"/>
              <a:t>Separate </a:t>
            </a:r>
            <a:r>
              <a:rPr lang="en-US" b="1" dirty="0"/>
              <a:t>logic</a:t>
            </a:r>
            <a:r>
              <a:rPr lang="en-US" dirty="0"/>
              <a:t>, </a:t>
            </a:r>
            <a:r>
              <a:rPr lang="en-US" b="1" dirty="0"/>
              <a:t>data</a:t>
            </a:r>
            <a:r>
              <a:rPr lang="en-US" dirty="0"/>
              <a:t>, and </a:t>
            </a:r>
            <a:r>
              <a:rPr lang="en-US" b="1" dirty="0"/>
              <a:t>settings</a:t>
            </a:r>
            <a:r>
              <a:rPr lang="en-US" dirty="0"/>
              <a:t> files</a:t>
            </a:r>
          </a:p>
          <a:p>
            <a:r>
              <a:rPr lang="en-US" dirty="0"/>
              <a:t>Use </a:t>
            </a:r>
            <a:r>
              <a:rPr lang="en-US" b="1" dirty="0"/>
              <a:t>parameters</a:t>
            </a:r>
            <a:r>
              <a:rPr lang="en-US" dirty="0"/>
              <a:t> so functions work with any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96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FFBA-4017-DC3C-C4CB-E26C1234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DDD3-65CF-4DFC-BA8A-4EA157D9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BAF20-CE96-3759-D3C9-093B0AC3E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connect_to_api</a:t>
            </a:r>
            <a:r>
              <a:rPr lang="en-US" dirty="0"/>
              <a:t>(retries=3):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range(retries):</a:t>
            </a:r>
          </a:p>
          <a:p>
            <a:r>
              <a:rPr lang="en-US" dirty="0"/>
              <a:t>        try:</a:t>
            </a:r>
          </a:p>
          <a:p>
            <a:r>
              <a:rPr lang="en-US" dirty="0"/>
              <a:t>            return </a:t>
            </a:r>
            <a:r>
              <a:rPr lang="en-US" dirty="0" err="1"/>
              <a:t>make_api_call</a:t>
            </a:r>
            <a:r>
              <a:rPr lang="en-US" dirty="0"/>
              <a:t>()</a:t>
            </a:r>
          </a:p>
          <a:p>
            <a:r>
              <a:rPr lang="en-US" dirty="0"/>
              <a:t>        except:</a:t>
            </a:r>
          </a:p>
          <a:p>
            <a:r>
              <a:rPr lang="en-US" dirty="0"/>
              <a:t>            print("Retrying...", i+1)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8890-C4B0-86E9-0503-2B594147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CAFF-75E6-D3D2-B37F-7C58F428A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559981"/>
            <a:ext cx="10058400" cy="5309111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read_numbers</a:t>
            </a:r>
            <a:r>
              <a:rPr lang="en-US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return [10, 20, 30]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filter_numbers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return [n for n in </a:t>
            </a:r>
            <a:r>
              <a:rPr lang="en-US" dirty="0" err="1"/>
              <a:t>nums</a:t>
            </a:r>
            <a:r>
              <a:rPr lang="en-US" dirty="0"/>
              <a:t> if n &gt; 15]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calculate_sum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return sum(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workflow():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nums</a:t>
            </a:r>
            <a:r>
              <a:rPr lang="en-US" dirty="0"/>
              <a:t> = </a:t>
            </a:r>
            <a:r>
              <a:rPr lang="en-US" dirty="0" err="1"/>
              <a:t>read_numbers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filtered = </a:t>
            </a:r>
            <a:r>
              <a:rPr lang="en-US" dirty="0" err="1"/>
              <a:t>filter_numbers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result = </a:t>
            </a:r>
            <a:r>
              <a:rPr lang="en-US" dirty="0" err="1"/>
              <a:t>calculate_sum</a:t>
            </a:r>
            <a:r>
              <a:rPr lang="en-US" dirty="0"/>
              <a:t>(filtered)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print("Final Result:", result)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workflow()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63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32E1-7051-E0A6-87E8-4EDA3F6A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make this example to be the best workflow integration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7097-9B55-7BE8-20EB-6B62A16EE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7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1645-ECE8-CD1E-D8FF-08F09368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9D9DE-7D09-04AC-E143-216D8D45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51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8E01-B83F-4D3E-5F9A-5C096E2E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C638-8A61-B226-0CC3-D4958B49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3A45-5B2A-670F-3025-B8E8CC856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Splitting your automation workflow into multiple Python files is one of the best practices</a:t>
            </a:r>
            <a:r>
              <a:rPr lang="en-US" dirty="0"/>
              <a:t> for building clean, scalable, and maintainable automation projects.</a:t>
            </a:r>
          </a:p>
          <a:p>
            <a:br>
              <a:rPr lang="en-US" dirty="0"/>
            </a:br>
            <a:r>
              <a:rPr lang="en-US" dirty="0"/>
              <a:t>It directly supports </a:t>
            </a:r>
            <a:r>
              <a:rPr lang="en-US" b="1" dirty="0"/>
              <a:t>workflow structuring, debugging, and reusability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523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B79A-1154-CAE7-6619-D7870388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BC4C-C4A1-54EE-DD67-F3C21E9B5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Split Automation Into Multiple Python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B022-2A0A-BC27-E9D2-5060C0355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Better Organization</a:t>
            </a:r>
          </a:p>
          <a:p>
            <a:r>
              <a:rPr lang="en-US" b="1" dirty="0"/>
              <a:t>2️⃣ Reusability Across Projects</a:t>
            </a:r>
          </a:p>
          <a:p>
            <a:r>
              <a:rPr lang="en-US" b="1" dirty="0"/>
              <a:t>3️⃣ Easier Debugging</a:t>
            </a:r>
          </a:p>
          <a:p>
            <a:r>
              <a:rPr lang="en-US" b="1" dirty="0"/>
              <a:t>4️⃣ Team-Friendly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892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55E7-D9F3-CF66-A9F9-B4B7F839F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E052-BC5B-FE63-1978-DEEEAE07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B5FB-5F49-4721-9940-0984AC3EF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44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20B3-E870-91C7-8CA3-1F4E0C26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8BD4-4CF5-88D0-82C5-9F764EC6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Multi-File Structure Improves Workflow Automation: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2C390-8EA4-8E81-4B4C-9F5C08040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design</a:t>
            </a:r>
          </a:p>
          <a:p>
            <a:r>
              <a:rPr lang="en-US" dirty="0"/>
              <a:t>Easy reuse</a:t>
            </a:r>
          </a:p>
          <a:p>
            <a:r>
              <a:rPr lang="en-US" dirty="0"/>
              <a:t>Cleaner debugging</a:t>
            </a:r>
          </a:p>
          <a:p>
            <a:r>
              <a:rPr lang="en-US" dirty="0"/>
              <a:t>Better maintenance</a:t>
            </a:r>
          </a:p>
          <a:p>
            <a:r>
              <a:rPr lang="en-US" dirty="0"/>
              <a:t>Workflow becomes stable and extendable</a:t>
            </a:r>
          </a:p>
          <a:p>
            <a:r>
              <a:rPr lang="en-US" dirty="0"/>
              <a:t>Perfect for enterprise-level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20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7AF0-AE1F-CEF1-5A1D-59E8EA79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345E-A561-C4FD-425E-764AB744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A360 → Python: How to Rebuild Bots Using Python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8CF5-2748-4B29-DAED-7EE487217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590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887E-BB12-EF30-BCF4-A4A8240B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7C9D-7D33-52EB-86D5-5D75FDAA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8C3E2-8E68-7020-F3E7-A7526226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Automation Anywhere A360 bots are made of: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Tasks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Sub-tasks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Actions</a:t>
            </a:r>
            <a:r>
              <a:rPr lang="en-US" dirty="0"/>
              <a:t> (Record, Loop, If, File, Email, DB, etc.)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Variables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Reusable packages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497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1ADD-0D7E-121E-616A-BE7A867B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0326-5B9F-278D-11C6-9EABEDE0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0DA8-1742-779B-957A-BAAC81EE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53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92EE-C505-E1E9-19A3-6E699636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9DD1-9647-D829-8764-6A155322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BE49-C023-8C08-EEF3-EF99AB10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Suppose your A360 bot does this: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Read Excel file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Filter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Open a website and search for each record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Save output into a CSV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Send an email with the file attached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360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0F45-E86E-962E-8545-65E3B075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CA87-A8D6-E9A4-6F79-EA5A533E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Modules : excel_ops.py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7112-8660-F901-0EC8-649E3C821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import pandas as pd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read_excel</a:t>
            </a:r>
            <a:r>
              <a:rPr lang="en-US" dirty="0"/>
              <a:t>(path):</a:t>
            </a:r>
          </a:p>
          <a:p>
            <a:r>
              <a:rPr lang="en-US" dirty="0"/>
              <a:t>    return </a:t>
            </a:r>
            <a:r>
              <a:rPr lang="en-US" dirty="0" err="1"/>
              <a:t>pd.read_excel</a:t>
            </a:r>
            <a:r>
              <a:rPr lang="en-US" dirty="0"/>
              <a:t>(path)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filter_data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):</a:t>
            </a:r>
          </a:p>
          <a:p>
            <a:r>
              <a:rPr lang="en-US" dirty="0"/>
              <a:t>    return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["Status"] == "Pending"]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77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097B-A876-99CE-BFD9-44FE3324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C026-2A91-6E77-ED68-BF631029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Modules : web_ops.py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0BC9A-7E92-A22D-644D-93B6077BC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selenium import </a:t>
            </a:r>
            <a:r>
              <a:rPr lang="en-US" dirty="0" err="1"/>
              <a:t>webdriver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selenium.webdriver.common.by import By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time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start_browser</a:t>
            </a:r>
            <a:r>
              <a:rPr lang="en-US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driver = </a:t>
            </a:r>
            <a:r>
              <a:rPr lang="en-US" dirty="0" err="1"/>
              <a:t>webdriver.Chrome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driver.maximize_window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return driver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search_product</a:t>
            </a:r>
            <a:r>
              <a:rPr lang="en-US" dirty="0"/>
              <a:t>(driver, item):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driver.get</a:t>
            </a:r>
            <a:r>
              <a:rPr lang="en-US" dirty="0"/>
              <a:t>("https://www.amazon.in/")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time.sleep</a:t>
            </a:r>
            <a:r>
              <a:rPr lang="en-US" dirty="0"/>
              <a:t>(2)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box = </a:t>
            </a:r>
            <a:r>
              <a:rPr lang="en-US" dirty="0" err="1"/>
              <a:t>driver.find_element</a:t>
            </a:r>
            <a:r>
              <a:rPr lang="en-US" dirty="0"/>
              <a:t>(By.ID, "</a:t>
            </a:r>
            <a:r>
              <a:rPr lang="en-US" dirty="0" err="1"/>
              <a:t>twotabsearchtextbox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box.send_keys</a:t>
            </a:r>
            <a:r>
              <a:rPr lang="en-US" dirty="0"/>
              <a:t>(item)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box.submit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time.sleep</a:t>
            </a:r>
            <a:r>
              <a:rPr lang="en-US" dirty="0"/>
              <a:t>(2)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return </a:t>
            </a:r>
            <a:r>
              <a:rPr lang="en-US" dirty="0" err="1"/>
              <a:t>driver.find_element</a:t>
            </a:r>
            <a:r>
              <a:rPr lang="en-US" dirty="0"/>
              <a:t>(</a:t>
            </a:r>
            <a:r>
              <a:rPr lang="en-US" dirty="0" err="1"/>
              <a:t>By.CSS_SELECTOR</a:t>
            </a:r>
            <a:r>
              <a:rPr lang="en-US" dirty="0"/>
              <a:t>, "</a:t>
            </a:r>
            <a:r>
              <a:rPr lang="en-US" dirty="0" err="1"/>
              <a:t>span.a</a:t>
            </a:r>
            <a:r>
              <a:rPr lang="en-US" dirty="0"/>
              <a:t>-color-state").text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346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BC25-EA76-C1DA-85F8-DA4FAE73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68B2-4579-E311-AAC4-72C71A9D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Modules : file_ops.py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E880-B4B1-B2F3-77C2-3E909C6A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pandas as pd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save_output</a:t>
            </a:r>
            <a:r>
              <a:rPr lang="en-US" dirty="0"/>
              <a:t>(data, path="output.csv"):</a:t>
            </a:r>
          </a:p>
          <a:p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r>
              <a:rPr lang="en-US" dirty="0"/>
              <a:t>    </a:t>
            </a:r>
            <a:r>
              <a:rPr lang="en-US" dirty="0" err="1"/>
              <a:t>df.to_csv</a:t>
            </a:r>
            <a:r>
              <a:rPr lang="en-US" dirty="0"/>
              <a:t>(path, index=False)</a:t>
            </a:r>
          </a:p>
          <a:p>
            <a:r>
              <a:rPr lang="en-US" dirty="0"/>
              <a:t>    print("Output saved:", path)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147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0E20-AEA7-C917-47F8-8F74D576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C6E9-72B6-469D-733B-91986451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Modules : email_ops.py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BFB1-A067-59DD-FC93-CF6F8733A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</a:t>
            </a:r>
            <a:r>
              <a:rPr lang="en-US" dirty="0" err="1"/>
              <a:t>smtplib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</a:t>
            </a:r>
            <a:r>
              <a:rPr lang="en-US" dirty="0" err="1"/>
              <a:t>email.message</a:t>
            </a:r>
            <a:r>
              <a:rPr lang="en-US" dirty="0"/>
              <a:t> import </a:t>
            </a:r>
            <a:r>
              <a:rPr lang="en-US" dirty="0" err="1"/>
              <a:t>EmailMessage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send_email</a:t>
            </a:r>
            <a:r>
              <a:rPr lang="en-US" dirty="0"/>
              <a:t>(to, subject, body, attachment):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msg = </a:t>
            </a:r>
            <a:r>
              <a:rPr lang="en-US" dirty="0" err="1"/>
              <a:t>EmailMessage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msg["To"] = to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msg["Subject"] = subject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msg.set_content</a:t>
            </a:r>
            <a:r>
              <a:rPr lang="en-US" dirty="0"/>
              <a:t>(body)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with open(attachment, "</a:t>
            </a:r>
            <a:r>
              <a:rPr lang="en-US" dirty="0" err="1"/>
              <a:t>rb</a:t>
            </a:r>
            <a:r>
              <a:rPr lang="en-US" dirty="0"/>
              <a:t>") as f: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msg.add_attachment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maintype</a:t>
            </a:r>
            <a:r>
              <a:rPr lang="en-US" dirty="0"/>
              <a:t>="application", subtype="octet-stream", filename=attachment)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server = </a:t>
            </a:r>
            <a:r>
              <a:rPr lang="en-US" dirty="0" err="1"/>
              <a:t>smtplib.SMTP</a:t>
            </a:r>
            <a:r>
              <a:rPr lang="en-US" dirty="0"/>
              <a:t>("smtp.gmail.com", 587)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server.starttls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server.login</a:t>
            </a:r>
            <a:r>
              <a:rPr lang="en-US" dirty="0"/>
              <a:t>("your_email@gmail.com", "</a:t>
            </a:r>
            <a:r>
              <a:rPr lang="en-US" dirty="0" err="1"/>
              <a:t>your_password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server.send_message</a:t>
            </a:r>
            <a:r>
              <a:rPr lang="en-US" dirty="0"/>
              <a:t>(msg)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server.quit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78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F8432-7E34-6DC7-7F39-CCF997D4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5EBC-E176-B922-D48A-B8760E90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F757C-CE55-76F6-C4C1-F30FA0D10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32" y="1927727"/>
            <a:ext cx="5620354" cy="451518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from </a:t>
            </a:r>
            <a:r>
              <a:rPr lang="en-US" sz="1050" dirty="0" err="1"/>
              <a:t>excel_ops</a:t>
            </a:r>
            <a:r>
              <a:rPr lang="en-US" sz="1050" dirty="0"/>
              <a:t> import </a:t>
            </a:r>
            <a:r>
              <a:rPr lang="en-US" sz="1050" dirty="0" err="1"/>
              <a:t>read_excel</a:t>
            </a:r>
            <a:r>
              <a:rPr lang="en-US" sz="1050" dirty="0"/>
              <a:t>, </a:t>
            </a:r>
            <a:r>
              <a:rPr lang="en-US" sz="1050" dirty="0" err="1"/>
              <a:t>filter_data</a:t>
            </a: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from </a:t>
            </a:r>
            <a:r>
              <a:rPr lang="en-US" sz="1050" dirty="0" err="1"/>
              <a:t>web_ops</a:t>
            </a:r>
            <a:r>
              <a:rPr lang="en-US" sz="1050" dirty="0"/>
              <a:t> import </a:t>
            </a:r>
            <a:r>
              <a:rPr lang="en-US" sz="1050" dirty="0" err="1"/>
              <a:t>start_browser</a:t>
            </a:r>
            <a:r>
              <a:rPr lang="en-US" sz="1050" dirty="0"/>
              <a:t>, </a:t>
            </a:r>
            <a:r>
              <a:rPr lang="en-US" sz="1050" dirty="0" err="1"/>
              <a:t>search_product</a:t>
            </a: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from </a:t>
            </a:r>
            <a:r>
              <a:rPr lang="en-US" sz="1050" dirty="0" err="1"/>
              <a:t>file_ops</a:t>
            </a:r>
            <a:r>
              <a:rPr lang="en-US" sz="1050" dirty="0"/>
              <a:t> import </a:t>
            </a:r>
            <a:r>
              <a:rPr lang="en-US" sz="1050" dirty="0" err="1"/>
              <a:t>save_output</a:t>
            </a: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from </a:t>
            </a:r>
            <a:r>
              <a:rPr lang="en-US" sz="1050" dirty="0" err="1"/>
              <a:t>email_ops</a:t>
            </a:r>
            <a:r>
              <a:rPr lang="en-US" sz="1050" dirty="0"/>
              <a:t> import </a:t>
            </a:r>
            <a:r>
              <a:rPr lang="en-US" sz="1050" dirty="0" err="1"/>
              <a:t>send_email</a:t>
            </a: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def </a:t>
            </a:r>
            <a:r>
              <a:rPr lang="en-US" sz="1050" dirty="0" err="1"/>
              <a:t>run_bot</a:t>
            </a:r>
            <a:r>
              <a:rPr lang="en-US" sz="1050" dirty="0"/>
              <a:t>():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# 1. Excel read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</a:t>
            </a:r>
            <a:r>
              <a:rPr lang="en-US" sz="1050" dirty="0" err="1"/>
              <a:t>df</a:t>
            </a:r>
            <a:r>
              <a:rPr lang="en-US" sz="1050" dirty="0"/>
              <a:t> = </a:t>
            </a:r>
            <a:r>
              <a:rPr lang="en-US" sz="1050" dirty="0" err="1"/>
              <a:t>read_excel</a:t>
            </a:r>
            <a:r>
              <a:rPr lang="en-US" sz="1050" dirty="0"/>
              <a:t>("products.xlsx")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# 2. Filter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</a:t>
            </a:r>
            <a:r>
              <a:rPr lang="en-US" sz="1050" dirty="0" err="1"/>
              <a:t>df_pending</a:t>
            </a:r>
            <a:r>
              <a:rPr lang="en-US" sz="1050" dirty="0"/>
              <a:t> = </a:t>
            </a:r>
            <a:r>
              <a:rPr lang="en-US" sz="1050" dirty="0" err="1"/>
              <a:t>filter_data</a:t>
            </a:r>
            <a:r>
              <a:rPr lang="en-US" sz="1050" dirty="0"/>
              <a:t>(</a:t>
            </a:r>
            <a:r>
              <a:rPr lang="en-US" sz="1050" dirty="0" err="1"/>
              <a:t>df</a:t>
            </a:r>
            <a:r>
              <a:rPr lang="en-US" sz="1050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driver = </a:t>
            </a:r>
            <a:r>
              <a:rPr lang="en-US" sz="1050" dirty="0" err="1"/>
              <a:t>start_browser</a:t>
            </a:r>
            <a:r>
              <a:rPr lang="en-US" sz="105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results = []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# 3. Web automation loop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for item in </a:t>
            </a:r>
            <a:r>
              <a:rPr lang="en-US" sz="1050" dirty="0" err="1"/>
              <a:t>df_pending</a:t>
            </a:r>
            <a:r>
              <a:rPr lang="en-US" sz="1050" dirty="0"/>
              <a:t>["Product"]: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    result = </a:t>
            </a:r>
            <a:r>
              <a:rPr lang="en-US" sz="1050" dirty="0" err="1"/>
              <a:t>search_product</a:t>
            </a:r>
            <a:r>
              <a:rPr lang="en-US" sz="1050" dirty="0"/>
              <a:t>(driver, item)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    </a:t>
            </a:r>
            <a:r>
              <a:rPr lang="en-US" sz="1050" dirty="0" err="1"/>
              <a:t>results.append</a:t>
            </a:r>
            <a:r>
              <a:rPr lang="en-US" sz="1050" dirty="0"/>
              <a:t>({"Product": item, "Result": result})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/>
              <a:t>    </a:t>
            </a:r>
            <a:r>
              <a:rPr lang="en-US" sz="1050" dirty="0" err="1"/>
              <a:t>driver.quit</a:t>
            </a:r>
            <a:r>
              <a:rPr lang="en-US" sz="105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BD8AB-092A-98A9-C892-24A628B5FC49}"/>
              </a:ext>
            </a:extLst>
          </p:cNvPr>
          <p:cNvSpPr txBox="1"/>
          <p:nvPr/>
        </p:nvSpPr>
        <p:spPr>
          <a:xfrm>
            <a:off x="6178215" y="1927727"/>
            <a:ext cx="5522495" cy="4388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# 4. Save file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save_output</a:t>
            </a:r>
            <a:r>
              <a:rPr lang="en-US" dirty="0"/>
              <a:t>(results)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# 5. Send email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send_email</a:t>
            </a:r>
            <a:r>
              <a:rPr lang="en-US" dirty="0"/>
              <a:t>(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to="manager@example.com",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subject="Automation Report",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body="Attached is the output file.",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attachment="output.csv"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if __name__ == "__main__":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 err="1"/>
              <a:t>run_bot</a:t>
            </a:r>
            <a:r>
              <a:rPr lang="en-US" dirty="0"/>
              <a:t>()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645542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{E918D6C8-6E42-40E8-A5AF-8A6CFD0536D2}TF235124e3-e6db-4c6d-93c8-733f2fadbc609fb6f57c_win32-b1e91d96f19e</Template>
  <TotalTime>740</TotalTime>
  <Words>3972</Words>
  <Application>Microsoft Office PowerPoint</Application>
  <PresentationFormat>Widescreen</PresentationFormat>
  <Paragraphs>602</Paragraphs>
  <Slides>60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Calibri</vt:lpstr>
      <vt:lpstr>Consolas</vt:lpstr>
      <vt:lpstr>Courier New</vt:lpstr>
      <vt:lpstr>Georgia Pro Cond Light</vt:lpstr>
      <vt:lpstr>Speak Pro</vt:lpstr>
      <vt:lpstr>Wingdings</vt:lpstr>
      <vt:lpstr>RetrospectVTI</vt:lpstr>
      <vt:lpstr>  Python for Automation </vt:lpstr>
      <vt:lpstr>RECAP</vt:lpstr>
      <vt:lpstr>Database and Python</vt:lpstr>
      <vt:lpstr>SQLite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Command-line based</vt:lpstr>
      <vt:lpstr>PowerPoint Presentation</vt:lpstr>
      <vt:lpstr>PowerPoint Presentation</vt:lpstr>
      <vt:lpstr>Email Automation</vt:lpstr>
      <vt:lpstr>PowerPoint Presentation</vt:lpstr>
      <vt:lpstr>PowerPoint Presentation</vt:lpstr>
      <vt:lpstr>REST API and Python</vt:lpstr>
      <vt:lpstr>PowerPoint Presentation</vt:lpstr>
      <vt:lpstr>PowerPoint Presentation</vt:lpstr>
      <vt:lpstr>PowerPoint Presentation</vt:lpstr>
      <vt:lpstr>What if we need to create our own API</vt:lpstr>
      <vt:lpstr>PowerPoint Presentation</vt:lpstr>
      <vt:lpstr>JSON Parsing in Python</vt:lpstr>
      <vt:lpstr>PowerPoint Presentation</vt:lpstr>
      <vt:lpstr>PowerPoint Presentation</vt:lpstr>
      <vt:lpstr>PowerPoint Presentation</vt:lpstr>
      <vt:lpstr>PowerPoint Presentation</vt:lpstr>
      <vt:lpstr>Excel File Handling with PYTHON</vt:lpstr>
      <vt:lpstr>PowerPoint Presentation</vt:lpstr>
      <vt:lpstr>How to read the Excel file content</vt:lpstr>
      <vt:lpstr>PowerPoint Presentation</vt:lpstr>
      <vt:lpstr>PowerPoint Presentation</vt:lpstr>
      <vt:lpstr>Write content onto Excel</vt:lpstr>
      <vt:lpstr>How about if we need to export Excel content to HTML</vt:lpstr>
      <vt:lpstr>PowerPoint Presentation</vt:lpstr>
      <vt:lpstr>JSON TO EXCEL</vt:lpstr>
      <vt:lpstr>PowerPoint Presentation</vt:lpstr>
      <vt:lpstr>Integration of All Created Functions – Building Complete Workflows in Python</vt:lpstr>
      <vt:lpstr>Structuring Workflows and Combining Functions</vt:lpstr>
      <vt:lpstr>PowerPoint Presentation</vt:lpstr>
      <vt:lpstr>Debugging and Refining Integrated Automation</vt:lpstr>
      <vt:lpstr>PowerPoint Presentation</vt:lpstr>
      <vt:lpstr>Ensuring Workflow Stability and Reusability</vt:lpstr>
      <vt:lpstr>PowerPoint Presentation</vt:lpstr>
      <vt:lpstr>PowerPoint Presentation</vt:lpstr>
      <vt:lpstr>Lets make this example to be the best workflow integration example</vt:lpstr>
      <vt:lpstr>PYTHON FILES</vt:lpstr>
      <vt:lpstr>PowerPoint Presentation</vt:lpstr>
      <vt:lpstr>Why Split Automation Into Multiple Python Files?</vt:lpstr>
      <vt:lpstr>PowerPoint Presentation</vt:lpstr>
      <vt:lpstr>How Multi-File Structure Improves Workflow Automation:</vt:lpstr>
      <vt:lpstr>A360 → Python: How to Rebuild Bots Using Python Modules</vt:lpstr>
      <vt:lpstr>PowerPoint Presentation</vt:lpstr>
      <vt:lpstr>PowerPoint Presentation</vt:lpstr>
      <vt:lpstr>PowerPoint Presentation</vt:lpstr>
      <vt:lpstr>Python Modules : excel_ops.py</vt:lpstr>
      <vt:lpstr>Python Modules : web_ops.py</vt:lpstr>
      <vt:lpstr>Python Modules : file_ops.py</vt:lpstr>
      <vt:lpstr>Python Modules : email_ops.py</vt:lpstr>
      <vt:lpstr>MAIN 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sehraharmeetsingh@hotmail.com</dc:creator>
  <cp:lastModifiedBy>sehraharmeetsingh@hotmail.com</cp:lastModifiedBy>
  <cp:revision>335</cp:revision>
  <dcterms:created xsi:type="dcterms:W3CDTF">2025-11-26T09:32:28Z</dcterms:created>
  <dcterms:modified xsi:type="dcterms:W3CDTF">2025-12-03T07:30:13Z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